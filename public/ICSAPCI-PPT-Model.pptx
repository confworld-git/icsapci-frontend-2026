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3" r:id="rId1"/>
  </p:sldMasterIdLst>
  <p:notesMasterIdLst>
    <p:notesMasterId r:id="rId12"/>
  </p:notesMasterIdLst>
  <p:sldIdLst>
    <p:sldId id="256" r:id="rId2"/>
    <p:sldId id="257" r:id="rId3"/>
    <p:sldId id="259" r:id="rId4"/>
    <p:sldId id="260" r:id="rId5"/>
    <p:sldId id="268" r:id="rId6"/>
    <p:sldId id="269" r:id="rId7"/>
    <p:sldId id="270" r:id="rId8"/>
    <p:sldId id="272" r:id="rId9"/>
    <p:sldId id="273" r:id="rId10"/>
    <p:sldId id="267" r:id="rId11"/>
  </p:sldIdLst>
  <p:sldSz cx="9144000" cy="5143500" type="screen16x9"/>
  <p:notesSz cx="6858000" cy="9144000"/>
  <p:embeddedFontLst>
    <p:embeddedFont>
      <p:font typeface="Cabin" panose="020B0604020202020204" charset="0"/>
      <p:regular r:id="rId13"/>
      <p:bold r:id="rId14"/>
      <p:italic r:id="rId15"/>
      <p:boldItalic r:id="rId16"/>
    </p:embeddedFont>
    <p:embeddedFont>
      <p:font typeface="Nunito Light" pitchFamily="2" charset="0"/>
      <p:regular r:id="rId17"/>
      <p:italic r:id="rId18"/>
    </p:embeddedFont>
    <p:embeddedFont>
      <p:font typeface="Sora" panose="020B0604020202020204" charset="0"/>
      <p:regular r:id="rId19"/>
      <p:bold r:id="rId2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10ABF"/>
    <a:srgbClr val="CE6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1F667D1-2779-4CFA-84A5-7AA9780998FD}">
  <a:tblStyle styleId="{21F667D1-2779-4CFA-84A5-7AA9780998FD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4" y="5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3" name="Google Shape;653;g4dfce81f19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4" name="Google Shape;654;g4dfce81f19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1" name="Google Shape;661;gd431007ba2_0_2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2" name="Google Shape;662;gd431007ba2_0_2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4" name="Google Shape;694;g54dda1946d_6_2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5" name="Google Shape;695;g54dda1946d_6_2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" name="Google Shape;706;g2747095ee26_2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7" name="Google Shape;707;g2747095ee26_2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" name="Google Shape;706;g2747095ee26_2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7" name="Google Shape;707;g2747095ee26_2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4743143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" name="Google Shape;706;g2747095ee26_2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7" name="Google Shape;707;g2747095ee26_2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7798057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" name="Google Shape;706;g2747095ee26_2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7" name="Google Shape;707;g2747095ee26_2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2409763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" name="Google Shape;706;g2747095ee26_2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7" name="Google Shape;707;g2747095ee26_2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6413383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" name="Google Shape;706;g2747095ee26_2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7" name="Google Shape;707;g2747095ee26_2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2075269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5" name="Google Shape;895;g54dda1946d_6_3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6" name="Google Shape;896;g54dda1946d_6_3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2"/>
          <p:cNvPicPr preferRelativeResize="0"/>
          <p:nvPr/>
        </p:nvPicPr>
        <p:blipFill>
          <a:blip r:embed="rId2">
            <a:alphaModFix amt="70000"/>
          </a:blip>
          <a:stretch>
            <a:fillRect/>
          </a:stretch>
        </p:blipFill>
        <p:spPr>
          <a:xfrm>
            <a:off x="0" y="-5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713225" y="1306463"/>
            <a:ext cx="4955700" cy="149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40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713225" y="3361250"/>
            <a:ext cx="4955700" cy="47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2" name="Google Shape;12;p2"/>
          <p:cNvSpPr>
            <a:spLocks noGrp="1"/>
          </p:cNvSpPr>
          <p:nvPr>
            <p:ph type="pic" idx="2"/>
          </p:nvPr>
        </p:nvSpPr>
        <p:spPr>
          <a:xfrm>
            <a:off x="5816100" y="988525"/>
            <a:ext cx="2614800" cy="3166500"/>
          </a:xfrm>
          <a:prstGeom prst="rect">
            <a:avLst/>
          </a:prstGeom>
          <a:noFill/>
          <a:ln>
            <a:noFill/>
          </a:ln>
          <a:effectLst>
            <a:outerShdw blurRad="200025" algn="bl" rotWithShape="0">
              <a:schemeClr val="accent1">
                <a:alpha val="70000"/>
              </a:schemeClr>
            </a:outerShdw>
          </a:effectLst>
        </p:spPr>
      </p:sp>
      <p:grpSp>
        <p:nvGrpSpPr>
          <p:cNvPr id="13" name="Google Shape;13;p2"/>
          <p:cNvGrpSpPr/>
          <p:nvPr/>
        </p:nvGrpSpPr>
        <p:grpSpPr>
          <a:xfrm>
            <a:off x="140632" y="-156769"/>
            <a:ext cx="9317589" cy="5305966"/>
            <a:chOff x="140632" y="-156769"/>
            <a:chExt cx="9317589" cy="5305966"/>
          </a:xfrm>
        </p:grpSpPr>
        <p:grpSp>
          <p:nvGrpSpPr>
            <p:cNvPr id="14" name="Google Shape;14;p2"/>
            <p:cNvGrpSpPr/>
            <p:nvPr/>
          </p:nvGrpSpPr>
          <p:grpSpPr>
            <a:xfrm>
              <a:off x="140632" y="4058790"/>
              <a:ext cx="940596" cy="1090406"/>
              <a:chOff x="2715175" y="2312475"/>
              <a:chExt cx="595050" cy="689825"/>
            </a:xfrm>
          </p:grpSpPr>
          <p:sp>
            <p:nvSpPr>
              <p:cNvPr id="15" name="Google Shape;15;p2"/>
              <p:cNvSpPr/>
              <p:nvPr/>
            </p:nvSpPr>
            <p:spPr>
              <a:xfrm>
                <a:off x="2715175" y="2312475"/>
                <a:ext cx="301775" cy="297975"/>
              </a:xfrm>
              <a:custGeom>
                <a:avLst/>
                <a:gdLst/>
                <a:ahLst/>
                <a:cxnLst/>
                <a:rect l="l" t="t" r="r" b="b"/>
                <a:pathLst>
                  <a:path w="12071" h="11919" extrusionOk="0">
                    <a:moveTo>
                      <a:pt x="116" y="0"/>
                    </a:moveTo>
                    <a:lnTo>
                      <a:pt x="116" y="0"/>
                    </a:lnTo>
                    <a:cubicBezTo>
                      <a:pt x="116" y="0"/>
                      <a:pt x="0" y="6477"/>
                      <a:pt x="2623" y="9849"/>
                    </a:cubicBezTo>
                    <a:cubicBezTo>
                      <a:pt x="3463" y="10932"/>
                      <a:pt x="5455" y="11918"/>
                      <a:pt x="7145" y="11918"/>
                    </a:cubicBezTo>
                    <a:cubicBezTo>
                      <a:pt x="8128" y="11918"/>
                      <a:pt x="9009" y="11584"/>
                      <a:pt x="9501" y="10741"/>
                    </a:cubicBezTo>
                    <a:cubicBezTo>
                      <a:pt x="11767" y="9813"/>
                      <a:pt x="12070" y="6102"/>
                      <a:pt x="10322" y="3854"/>
                    </a:cubicBezTo>
                    <a:cubicBezTo>
                      <a:pt x="7699" y="482"/>
                      <a:pt x="117" y="0"/>
                      <a:pt x="11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" name="Google Shape;16;p2"/>
              <p:cNvSpPr/>
              <p:nvPr/>
            </p:nvSpPr>
            <p:spPr>
              <a:xfrm>
                <a:off x="3038550" y="2411525"/>
                <a:ext cx="271675" cy="209575"/>
              </a:xfrm>
              <a:custGeom>
                <a:avLst/>
                <a:gdLst/>
                <a:ahLst/>
                <a:cxnLst/>
                <a:rect l="l" t="t" r="r" b="b"/>
                <a:pathLst>
                  <a:path w="10867" h="8383" extrusionOk="0">
                    <a:moveTo>
                      <a:pt x="7799" y="1"/>
                    </a:moveTo>
                    <a:cubicBezTo>
                      <a:pt x="5910" y="1"/>
                      <a:pt x="3591" y="271"/>
                      <a:pt x="2195" y="1409"/>
                    </a:cubicBezTo>
                    <a:cubicBezTo>
                      <a:pt x="420" y="2854"/>
                      <a:pt x="1" y="5807"/>
                      <a:pt x="1606" y="6940"/>
                    </a:cubicBezTo>
                    <a:cubicBezTo>
                      <a:pt x="1930" y="7978"/>
                      <a:pt x="3014" y="8382"/>
                      <a:pt x="4179" y="8382"/>
                    </a:cubicBezTo>
                    <a:cubicBezTo>
                      <a:pt x="5294" y="8382"/>
                      <a:pt x="6483" y="8012"/>
                      <a:pt x="7146" y="7475"/>
                    </a:cubicBezTo>
                    <a:cubicBezTo>
                      <a:pt x="9796" y="5307"/>
                      <a:pt x="10867" y="222"/>
                      <a:pt x="10867" y="222"/>
                    </a:cubicBezTo>
                    <a:cubicBezTo>
                      <a:pt x="10867" y="222"/>
                      <a:pt x="9509" y="1"/>
                      <a:pt x="779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" name="Google Shape;17;p2"/>
              <p:cNvSpPr/>
              <p:nvPr/>
            </p:nvSpPr>
            <p:spPr>
              <a:xfrm>
                <a:off x="3007775" y="2468150"/>
                <a:ext cx="217700" cy="427050"/>
              </a:xfrm>
              <a:custGeom>
                <a:avLst/>
                <a:gdLst/>
                <a:ahLst/>
                <a:cxnLst/>
                <a:rect l="l" t="t" r="r" b="b"/>
                <a:pathLst>
                  <a:path w="8708" h="17082" extrusionOk="0">
                    <a:moveTo>
                      <a:pt x="8708" y="0"/>
                    </a:moveTo>
                    <a:cubicBezTo>
                      <a:pt x="447" y="2783"/>
                      <a:pt x="1" y="13828"/>
                      <a:pt x="134" y="16718"/>
                    </a:cubicBezTo>
                    <a:cubicBezTo>
                      <a:pt x="145" y="17018"/>
                      <a:pt x="305" y="17081"/>
                      <a:pt x="438" y="17081"/>
                    </a:cubicBezTo>
                    <a:cubicBezTo>
                      <a:pt x="534" y="17081"/>
                      <a:pt x="616" y="17048"/>
                      <a:pt x="616" y="17048"/>
                    </a:cubicBezTo>
                    <a:cubicBezTo>
                      <a:pt x="910" y="2856"/>
                      <a:pt x="8706" y="1"/>
                      <a:pt x="870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" name="Google Shape;18;p2"/>
              <p:cNvSpPr/>
              <p:nvPr/>
            </p:nvSpPr>
            <p:spPr>
              <a:xfrm>
                <a:off x="2808625" y="2448950"/>
                <a:ext cx="217475" cy="427050"/>
              </a:xfrm>
              <a:custGeom>
                <a:avLst/>
                <a:gdLst/>
                <a:ahLst/>
                <a:cxnLst/>
                <a:rect l="l" t="t" r="r" b="b"/>
                <a:pathLst>
                  <a:path w="8699" h="17082" extrusionOk="0">
                    <a:moveTo>
                      <a:pt x="0" y="1"/>
                    </a:moveTo>
                    <a:cubicBezTo>
                      <a:pt x="1" y="1"/>
                      <a:pt x="7788" y="2866"/>
                      <a:pt x="8083" y="17049"/>
                    </a:cubicBezTo>
                    <a:cubicBezTo>
                      <a:pt x="8083" y="17049"/>
                      <a:pt x="8164" y="17082"/>
                      <a:pt x="8261" y="17082"/>
                    </a:cubicBezTo>
                    <a:cubicBezTo>
                      <a:pt x="8395" y="17082"/>
                      <a:pt x="8558" y="17019"/>
                      <a:pt x="8573" y="16719"/>
                    </a:cubicBezTo>
                    <a:cubicBezTo>
                      <a:pt x="8698" y="13837"/>
                      <a:pt x="8252" y="2793"/>
                      <a:pt x="0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" name="Google Shape;19;p2"/>
              <p:cNvSpPr/>
              <p:nvPr/>
            </p:nvSpPr>
            <p:spPr>
              <a:xfrm>
                <a:off x="2871050" y="2862450"/>
                <a:ext cx="279925" cy="139850"/>
              </a:xfrm>
              <a:custGeom>
                <a:avLst/>
                <a:gdLst/>
                <a:ahLst/>
                <a:cxnLst/>
                <a:rect l="l" t="t" r="r" b="b"/>
                <a:pathLst>
                  <a:path w="11197" h="5594" extrusionOk="0">
                    <a:moveTo>
                      <a:pt x="5603" y="0"/>
                    </a:moveTo>
                    <a:cubicBezTo>
                      <a:pt x="2508" y="0"/>
                      <a:pt x="1" y="2507"/>
                      <a:pt x="1" y="5594"/>
                    </a:cubicBezTo>
                    <a:lnTo>
                      <a:pt x="11197" y="5594"/>
                    </a:lnTo>
                    <a:cubicBezTo>
                      <a:pt x="11197" y="2507"/>
                      <a:pt x="8690" y="0"/>
                      <a:pt x="5603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0" name="Google Shape;20;p2"/>
            <p:cNvGrpSpPr/>
            <p:nvPr/>
          </p:nvGrpSpPr>
          <p:grpSpPr>
            <a:xfrm>
              <a:off x="8476216" y="-156769"/>
              <a:ext cx="982005" cy="1211257"/>
              <a:chOff x="8317012" y="-156769"/>
              <a:chExt cx="982005" cy="1211257"/>
            </a:xfrm>
          </p:grpSpPr>
          <p:grpSp>
            <p:nvGrpSpPr>
              <p:cNvPr id="21" name="Google Shape;21;p2"/>
              <p:cNvGrpSpPr/>
              <p:nvPr/>
            </p:nvGrpSpPr>
            <p:grpSpPr>
              <a:xfrm rot="-6727455">
                <a:off x="8569478" y="237576"/>
                <a:ext cx="477513" cy="865472"/>
                <a:chOff x="1683475" y="2251738"/>
                <a:chExt cx="310925" cy="563525"/>
              </a:xfrm>
            </p:grpSpPr>
            <p:sp>
              <p:nvSpPr>
                <p:cNvPr id="22" name="Google Shape;22;p2"/>
                <p:cNvSpPr/>
                <p:nvPr/>
              </p:nvSpPr>
              <p:spPr>
                <a:xfrm>
                  <a:off x="1683475" y="2251738"/>
                  <a:ext cx="301775" cy="2979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071" h="11919" extrusionOk="0">
                      <a:moveTo>
                        <a:pt x="116" y="0"/>
                      </a:moveTo>
                      <a:lnTo>
                        <a:pt x="116" y="0"/>
                      </a:lnTo>
                      <a:cubicBezTo>
                        <a:pt x="116" y="0"/>
                        <a:pt x="0" y="6477"/>
                        <a:pt x="2623" y="9849"/>
                      </a:cubicBezTo>
                      <a:cubicBezTo>
                        <a:pt x="3463" y="10932"/>
                        <a:pt x="5455" y="11918"/>
                        <a:pt x="7145" y="11918"/>
                      </a:cubicBezTo>
                      <a:cubicBezTo>
                        <a:pt x="8128" y="11918"/>
                        <a:pt x="9009" y="11584"/>
                        <a:pt x="9501" y="10741"/>
                      </a:cubicBezTo>
                      <a:cubicBezTo>
                        <a:pt x="11767" y="9813"/>
                        <a:pt x="12070" y="6102"/>
                        <a:pt x="10322" y="3854"/>
                      </a:cubicBezTo>
                      <a:cubicBezTo>
                        <a:pt x="7699" y="482"/>
                        <a:pt x="117" y="0"/>
                        <a:pt x="116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" name="Google Shape;23;p2"/>
                <p:cNvSpPr/>
                <p:nvPr/>
              </p:nvSpPr>
              <p:spPr>
                <a:xfrm>
                  <a:off x="1776925" y="2388213"/>
                  <a:ext cx="217475" cy="427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699" h="17082" extrusionOk="0">
                      <a:moveTo>
                        <a:pt x="0" y="1"/>
                      </a:moveTo>
                      <a:cubicBezTo>
                        <a:pt x="1" y="1"/>
                        <a:pt x="7788" y="2866"/>
                        <a:pt x="8083" y="17049"/>
                      </a:cubicBezTo>
                      <a:cubicBezTo>
                        <a:pt x="8083" y="17049"/>
                        <a:pt x="8164" y="17082"/>
                        <a:pt x="8261" y="17082"/>
                      </a:cubicBezTo>
                      <a:cubicBezTo>
                        <a:pt x="8395" y="17082"/>
                        <a:pt x="8558" y="17019"/>
                        <a:pt x="8573" y="16719"/>
                      </a:cubicBezTo>
                      <a:cubicBezTo>
                        <a:pt x="8698" y="13837"/>
                        <a:pt x="8252" y="2793"/>
                        <a:pt x="0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4" name="Google Shape;24;p2"/>
              <p:cNvGrpSpPr/>
              <p:nvPr/>
            </p:nvGrpSpPr>
            <p:grpSpPr>
              <a:xfrm rot="-6571294">
                <a:off x="8512407" y="-185131"/>
                <a:ext cx="464498" cy="742791"/>
                <a:chOff x="1976075" y="2350788"/>
                <a:chExt cx="302450" cy="483675"/>
              </a:xfrm>
            </p:grpSpPr>
            <p:sp>
              <p:nvSpPr>
                <p:cNvPr id="25" name="Google Shape;25;p2"/>
                <p:cNvSpPr/>
                <p:nvPr/>
              </p:nvSpPr>
              <p:spPr>
                <a:xfrm>
                  <a:off x="2006850" y="2350788"/>
                  <a:ext cx="271675" cy="209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67" h="8383" extrusionOk="0">
                      <a:moveTo>
                        <a:pt x="7799" y="1"/>
                      </a:moveTo>
                      <a:cubicBezTo>
                        <a:pt x="5910" y="1"/>
                        <a:pt x="3591" y="271"/>
                        <a:pt x="2195" y="1409"/>
                      </a:cubicBezTo>
                      <a:cubicBezTo>
                        <a:pt x="420" y="2854"/>
                        <a:pt x="1" y="5807"/>
                        <a:pt x="1606" y="6940"/>
                      </a:cubicBezTo>
                      <a:cubicBezTo>
                        <a:pt x="1930" y="7978"/>
                        <a:pt x="3014" y="8382"/>
                        <a:pt x="4179" y="8382"/>
                      </a:cubicBezTo>
                      <a:cubicBezTo>
                        <a:pt x="5294" y="8382"/>
                        <a:pt x="6483" y="8012"/>
                        <a:pt x="7146" y="7475"/>
                      </a:cubicBezTo>
                      <a:cubicBezTo>
                        <a:pt x="9796" y="5307"/>
                        <a:pt x="10867" y="222"/>
                        <a:pt x="10867" y="222"/>
                      </a:cubicBezTo>
                      <a:cubicBezTo>
                        <a:pt x="10867" y="222"/>
                        <a:pt x="9509" y="1"/>
                        <a:pt x="7799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" name="Google Shape;26;p2"/>
                <p:cNvSpPr/>
                <p:nvPr/>
              </p:nvSpPr>
              <p:spPr>
                <a:xfrm>
                  <a:off x="1976075" y="2407413"/>
                  <a:ext cx="217700" cy="427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708" h="17082" extrusionOk="0">
                      <a:moveTo>
                        <a:pt x="8708" y="0"/>
                      </a:moveTo>
                      <a:cubicBezTo>
                        <a:pt x="447" y="2783"/>
                        <a:pt x="1" y="13828"/>
                        <a:pt x="134" y="16718"/>
                      </a:cubicBezTo>
                      <a:cubicBezTo>
                        <a:pt x="145" y="17018"/>
                        <a:pt x="305" y="17081"/>
                        <a:pt x="438" y="17081"/>
                      </a:cubicBezTo>
                      <a:cubicBezTo>
                        <a:pt x="534" y="17081"/>
                        <a:pt x="616" y="17048"/>
                        <a:pt x="616" y="17048"/>
                      </a:cubicBezTo>
                      <a:cubicBezTo>
                        <a:pt x="910" y="2856"/>
                        <a:pt x="8706" y="1"/>
                        <a:pt x="8708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Google Shape;28;p3"/>
          <p:cNvPicPr preferRelativeResize="0"/>
          <p:nvPr/>
        </p:nvPicPr>
        <p:blipFill>
          <a:blip r:embed="rId2">
            <a:alphaModFix amt="70000"/>
          </a:blip>
          <a:stretch>
            <a:fillRect/>
          </a:stretch>
        </p:blipFill>
        <p:spPr>
          <a:xfrm>
            <a:off x="0" y="-5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29;p3"/>
          <p:cNvSpPr txBox="1">
            <a:spLocks noGrp="1"/>
          </p:cNvSpPr>
          <p:nvPr>
            <p:ph type="title"/>
          </p:nvPr>
        </p:nvSpPr>
        <p:spPr>
          <a:xfrm>
            <a:off x="713225" y="3506700"/>
            <a:ext cx="4683900" cy="763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30" name="Google Shape;30;p3"/>
          <p:cNvSpPr txBox="1">
            <a:spLocks noGrp="1"/>
          </p:cNvSpPr>
          <p:nvPr>
            <p:ph type="title" idx="2" hasCustomPrompt="1"/>
          </p:nvPr>
        </p:nvSpPr>
        <p:spPr>
          <a:xfrm>
            <a:off x="713225" y="2419550"/>
            <a:ext cx="1105500" cy="985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31" name="Google Shape;31;p3"/>
          <p:cNvSpPr txBox="1">
            <a:spLocks noGrp="1"/>
          </p:cNvSpPr>
          <p:nvPr>
            <p:ph type="subTitle" idx="1"/>
          </p:nvPr>
        </p:nvSpPr>
        <p:spPr>
          <a:xfrm>
            <a:off x="713225" y="4181600"/>
            <a:ext cx="4683900" cy="42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3"/>
          <p:cNvSpPr>
            <a:spLocks noGrp="1"/>
          </p:cNvSpPr>
          <p:nvPr>
            <p:ph type="pic" idx="3"/>
          </p:nvPr>
        </p:nvSpPr>
        <p:spPr>
          <a:xfrm>
            <a:off x="3247425" y="539500"/>
            <a:ext cx="5183400" cy="2411400"/>
          </a:xfrm>
          <a:prstGeom prst="rect">
            <a:avLst/>
          </a:prstGeom>
          <a:noFill/>
          <a:ln>
            <a:noFill/>
          </a:ln>
          <a:effectLst>
            <a:outerShdw blurRad="200025" algn="bl" rotWithShape="0">
              <a:schemeClr val="accent1">
                <a:alpha val="70000"/>
              </a:schemeClr>
            </a:outerShdw>
          </a:effectLst>
        </p:spPr>
      </p:sp>
      <p:grpSp>
        <p:nvGrpSpPr>
          <p:cNvPr id="33" name="Google Shape;33;p3"/>
          <p:cNvGrpSpPr/>
          <p:nvPr/>
        </p:nvGrpSpPr>
        <p:grpSpPr>
          <a:xfrm>
            <a:off x="-288127" y="-44366"/>
            <a:ext cx="9344919" cy="5281638"/>
            <a:chOff x="-288127" y="-44366"/>
            <a:chExt cx="9344919" cy="5281638"/>
          </a:xfrm>
        </p:grpSpPr>
        <p:grpSp>
          <p:nvGrpSpPr>
            <p:cNvPr id="34" name="Google Shape;34;p3"/>
            <p:cNvGrpSpPr/>
            <p:nvPr/>
          </p:nvGrpSpPr>
          <p:grpSpPr>
            <a:xfrm>
              <a:off x="7858588" y="3632272"/>
              <a:ext cx="1198204" cy="1605000"/>
              <a:chOff x="5578575" y="1825038"/>
              <a:chExt cx="953225" cy="1276850"/>
            </a:xfrm>
          </p:grpSpPr>
          <p:sp>
            <p:nvSpPr>
              <p:cNvPr id="35" name="Google Shape;35;p3"/>
              <p:cNvSpPr/>
              <p:nvPr/>
            </p:nvSpPr>
            <p:spPr>
              <a:xfrm>
                <a:off x="6033975" y="2399763"/>
                <a:ext cx="471725" cy="377825"/>
              </a:xfrm>
              <a:custGeom>
                <a:avLst/>
                <a:gdLst/>
                <a:ahLst/>
                <a:cxnLst/>
                <a:rect l="l" t="t" r="r" b="b"/>
                <a:pathLst>
                  <a:path w="18869" h="15113" extrusionOk="0">
                    <a:moveTo>
                      <a:pt x="5179" y="0"/>
                    </a:moveTo>
                    <a:cubicBezTo>
                      <a:pt x="2423" y="0"/>
                      <a:pt x="1" y="1276"/>
                      <a:pt x="1" y="1276"/>
                    </a:cubicBezTo>
                    <a:cubicBezTo>
                      <a:pt x="126" y="4961"/>
                      <a:pt x="2677" y="6049"/>
                      <a:pt x="4711" y="7878"/>
                    </a:cubicBezTo>
                    <a:cubicBezTo>
                      <a:pt x="8173" y="10991"/>
                      <a:pt x="11108" y="10233"/>
                      <a:pt x="14623" y="12338"/>
                    </a:cubicBezTo>
                    <a:cubicBezTo>
                      <a:pt x="18137" y="14444"/>
                      <a:pt x="18869" y="15113"/>
                      <a:pt x="18869" y="15113"/>
                    </a:cubicBezTo>
                    <a:cubicBezTo>
                      <a:pt x="17843" y="10741"/>
                      <a:pt x="16781" y="3988"/>
                      <a:pt x="13954" y="1945"/>
                    </a:cubicBezTo>
                    <a:cubicBezTo>
                      <a:pt x="12785" y="1098"/>
                      <a:pt x="8503" y="143"/>
                      <a:pt x="5577" y="9"/>
                    </a:cubicBezTo>
                    <a:cubicBezTo>
                      <a:pt x="5444" y="3"/>
                      <a:pt x="5311" y="0"/>
                      <a:pt x="5179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" name="Google Shape;36;p3"/>
              <p:cNvSpPr/>
              <p:nvPr/>
            </p:nvSpPr>
            <p:spPr>
              <a:xfrm>
                <a:off x="6026175" y="2424563"/>
                <a:ext cx="430200" cy="284350"/>
              </a:xfrm>
              <a:custGeom>
                <a:avLst/>
                <a:gdLst/>
                <a:ahLst/>
                <a:cxnLst/>
                <a:rect l="l" t="t" r="r" b="b"/>
                <a:pathLst>
                  <a:path w="17208" h="11374" extrusionOk="0">
                    <a:moveTo>
                      <a:pt x="304" y="0"/>
                    </a:moveTo>
                    <a:cubicBezTo>
                      <a:pt x="175" y="0"/>
                      <a:pt x="58" y="91"/>
                      <a:pt x="28" y="222"/>
                    </a:cubicBezTo>
                    <a:cubicBezTo>
                      <a:pt x="1" y="373"/>
                      <a:pt x="90" y="525"/>
                      <a:pt x="251" y="561"/>
                    </a:cubicBezTo>
                    <a:cubicBezTo>
                      <a:pt x="1919" y="926"/>
                      <a:pt x="3587" y="1426"/>
                      <a:pt x="5211" y="1988"/>
                    </a:cubicBezTo>
                    <a:cubicBezTo>
                      <a:pt x="6022" y="2274"/>
                      <a:pt x="6825" y="2595"/>
                      <a:pt x="7619" y="2916"/>
                    </a:cubicBezTo>
                    <a:cubicBezTo>
                      <a:pt x="8404" y="3237"/>
                      <a:pt x="9225" y="3576"/>
                      <a:pt x="9948" y="4022"/>
                    </a:cubicBezTo>
                    <a:cubicBezTo>
                      <a:pt x="11420" y="4914"/>
                      <a:pt x="12606" y="6181"/>
                      <a:pt x="13784" y="7421"/>
                    </a:cubicBezTo>
                    <a:cubicBezTo>
                      <a:pt x="14970" y="8679"/>
                      <a:pt x="16076" y="9999"/>
                      <a:pt x="17156" y="11364"/>
                    </a:cubicBezTo>
                    <a:cubicBezTo>
                      <a:pt x="17160" y="11371"/>
                      <a:pt x="17166" y="11373"/>
                      <a:pt x="17172" y="11373"/>
                    </a:cubicBezTo>
                    <a:cubicBezTo>
                      <a:pt x="17189" y="11373"/>
                      <a:pt x="17207" y="11348"/>
                      <a:pt x="17201" y="11328"/>
                    </a:cubicBezTo>
                    <a:cubicBezTo>
                      <a:pt x="16781" y="10561"/>
                      <a:pt x="16308" y="9830"/>
                      <a:pt x="15791" y="9125"/>
                    </a:cubicBezTo>
                    <a:cubicBezTo>
                      <a:pt x="14765" y="7715"/>
                      <a:pt x="13605" y="6386"/>
                      <a:pt x="12249" y="5289"/>
                    </a:cubicBezTo>
                    <a:cubicBezTo>
                      <a:pt x="10233" y="3585"/>
                      <a:pt x="7842" y="2407"/>
                      <a:pt x="5389" y="1497"/>
                    </a:cubicBezTo>
                    <a:cubicBezTo>
                      <a:pt x="3748" y="900"/>
                      <a:pt x="2079" y="391"/>
                      <a:pt x="367" y="8"/>
                    </a:cubicBezTo>
                    <a:cubicBezTo>
                      <a:pt x="345" y="3"/>
                      <a:pt x="324" y="0"/>
                      <a:pt x="30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" name="Google Shape;37;p3"/>
              <p:cNvSpPr/>
              <p:nvPr/>
            </p:nvSpPr>
            <p:spPr>
              <a:xfrm>
                <a:off x="5983350" y="1903788"/>
                <a:ext cx="548450" cy="368100"/>
              </a:xfrm>
              <a:custGeom>
                <a:avLst/>
                <a:gdLst/>
                <a:ahLst/>
                <a:cxnLst/>
                <a:rect l="l" t="t" r="r" b="b"/>
                <a:pathLst>
                  <a:path w="21938" h="14724" extrusionOk="0">
                    <a:moveTo>
                      <a:pt x="9103" y="1"/>
                    </a:moveTo>
                    <a:cubicBezTo>
                      <a:pt x="8005" y="1"/>
                      <a:pt x="6989" y="396"/>
                      <a:pt x="6130" y="1623"/>
                    </a:cubicBezTo>
                    <a:cubicBezTo>
                      <a:pt x="4551" y="3880"/>
                      <a:pt x="3346" y="5494"/>
                      <a:pt x="1785" y="7796"/>
                    </a:cubicBezTo>
                    <a:cubicBezTo>
                      <a:pt x="233" y="10107"/>
                      <a:pt x="1" y="14407"/>
                      <a:pt x="1" y="14407"/>
                    </a:cubicBezTo>
                    <a:cubicBezTo>
                      <a:pt x="1" y="14407"/>
                      <a:pt x="933" y="14724"/>
                      <a:pt x="2347" y="14724"/>
                    </a:cubicBezTo>
                    <a:cubicBezTo>
                      <a:pt x="3709" y="14724"/>
                      <a:pt x="5518" y="14429"/>
                      <a:pt x="7370" y="13274"/>
                    </a:cubicBezTo>
                    <a:cubicBezTo>
                      <a:pt x="11134" y="10918"/>
                      <a:pt x="9841" y="5325"/>
                      <a:pt x="14052" y="4620"/>
                    </a:cubicBezTo>
                    <a:cubicBezTo>
                      <a:pt x="14778" y="4497"/>
                      <a:pt x="15488" y="4446"/>
                      <a:pt x="16166" y="4446"/>
                    </a:cubicBezTo>
                    <a:cubicBezTo>
                      <a:pt x="19420" y="4446"/>
                      <a:pt x="21938" y="5619"/>
                      <a:pt x="21938" y="5619"/>
                    </a:cubicBezTo>
                    <a:cubicBezTo>
                      <a:pt x="21938" y="5619"/>
                      <a:pt x="19752" y="2693"/>
                      <a:pt x="17870" y="1525"/>
                    </a:cubicBezTo>
                    <a:cubicBezTo>
                      <a:pt x="16860" y="903"/>
                      <a:pt x="15885" y="868"/>
                      <a:pt x="14858" y="868"/>
                    </a:cubicBezTo>
                    <a:cubicBezTo>
                      <a:pt x="14730" y="868"/>
                      <a:pt x="14601" y="869"/>
                      <a:pt x="14471" y="869"/>
                    </a:cubicBezTo>
                    <a:cubicBezTo>
                      <a:pt x="13701" y="869"/>
                      <a:pt x="12897" y="850"/>
                      <a:pt x="12026" y="588"/>
                    </a:cubicBezTo>
                    <a:cubicBezTo>
                      <a:pt x="11024" y="285"/>
                      <a:pt x="10034" y="1"/>
                      <a:pt x="9103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" name="Google Shape;38;p3"/>
              <p:cNvSpPr/>
              <p:nvPr/>
            </p:nvSpPr>
            <p:spPr>
              <a:xfrm>
                <a:off x="5975325" y="1947913"/>
                <a:ext cx="477525" cy="323200"/>
              </a:xfrm>
              <a:custGeom>
                <a:avLst/>
                <a:gdLst/>
                <a:ahLst/>
                <a:cxnLst/>
                <a:rect l="l" t="t" r="r" b="b"/>
                <a:pathLst>
                  <a:path w="19101" h="12928" extrusionOk="0">
                    <a:moveTo>
                      <a:pt x="13088" y="0"/>
                    </a:moveTo>
                    <a:cubicBezTo>
                      <a:pt x="10644" y="0"/>
                      <a:pt x="9163" y="732"/>
                      <a:pt x="7548" y="2534"/>
                    </a:cubicBezTo>
                    <a:cubicBezTo>
                      <a:pt x="5960" y="4265"/>
                      <a:pt x="4640" y="6218"/>
                      <a:pt x="3418" y="8217"/>
                    </a:cubicBezTo>
                    <a:cubicBezTo>
                      <a:pt x="2508" y="9751"/>
                      <a:pt x="1401" y="11196"/>
                      <a:pt x="126" y="12436"/>
                    </a:cubicBezTo>
                    <a:cubicBezTo>
                      <a:pt x="10" y="12543"/>
                      <a:pt x="1" y="12731"/>
                      <a:pt x="108" y="12847"/>
                    </a:cubicBezTo>
                    <a:cubicBezTo>
                      <a:pt x="166" y="12900"/>
                      <a:pt x="239" y="12927"/>
                      <a:pt x="312" y="12927"/>
                    </a:cubicBezTo>
                    <a:cubicBezTo>
                      <a:pt x="384" y="12927"/>
                      <a:pt x="456" y="12900"/>
                      <a:pt x="509" y="12847"/>
                    </a:cubicBezTo>
                    <a:cubicBezTo>
                      <a:pt x="1642" y="11723"/>
                      <a:pt x="2632" y="10501"/>
                      <a:pt x="3453" y="9145"/>
                    </a:cubicBezTo>
                    <a:cubicBezTo>
                      <a:pt x="5095" y="6415"/>
                      <a:pt x="7120" y="2168"/>
                      <a:pt x="10099" y="812"/>
                    </a:cubicBezTo>
                    <a:cubicBezTo>
                      <a:pt x="11045" y="438"/>
                      <a:pt x="12071" y="304"/>
                      <a:pt x="13088" y="286"/>
                    </a:cubicBezTo>
                    <a:cubicBezTo>
                      <a:pt x="13107" y="286"/>
                      <a:pt x="13127" y="286"/>
                      <a:pt x="13146" y="286"/>
                    </a:cubicBezTo>
                    <a:cubicBezTo>
                      <a:pt x="15179" y="286"/>
                      <a:pt x="17236" y="750"/>
                      <a:pt x="19056" y="1651"/>
                    </a:cubicBezTo>
                    <a:cubicBezTo>
                      <a:pt x="19061" y="1653"/>
                      <a:pt x="19066" y="1655"/>
                      <a:pt x="19070" y="1655"/>
                    </a:cubicBezTo>
                    <a:cubicBezTo>
                      <a:pt x="19079" y="1655"/>
                      <a:pt x="19085" y="1648"/>
                      <a:pt x="19092" y="1642"/>
                    </a:cubicBezTo>
                    <a:cubicBezTo>
                      <a:pt x="19101" y="1624"/>
                      <a:pt x="19101" y="1615"/>
                      <a:pt x="19083" y="1606"/>
                    </a:cubicBezTo>
                    <a:cubicBezTo>
                      <a:pt x="17281" y="545"/>
                      <a:pt x="15175" y="18"/>
                      <a:pt x="1308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" name="Google Shape;39;p3"/>
              <p:cNvSpPr/>
              <p:nvPr/>
            </p:nvSpPr>
            <p:spPr>
              <a:xfrm>
                <a:off x="5823225" y="2252338"/>
                <a:ext cx="175300" cy="849550"/>
              </a:xfrm>
              <a:custGeom>
                <a:avLst/>
                <a:gdLst/>
                <a:ahLst/>
                <a:cxnLst/>
                <a:rect l="l" t="t" r="r" b="b"/>
                <a:pathLst>
                  <a:path w="7012" h="33982" extrusionOk="0">
                    <a:moveTo>
                      <a:pt x="6537" y="1"/>
                    </a:moveTo>
                    <a:cubicBezTo>
                      <a:pt x="6464" y="1"/>
                      <a:pt x="6387" y="27"/>
                      <a:pt x="6317" y="90"/>
                    </a:cubicBezTo>
                    <a:cubicBezTo>
                      <a:pt x="6156" y="242"/>
                      <a:pt x="6049" y="384"/>
                      <a:pt x="5924" y="545"/>
                    </a:cubicBezTo>
                    <a:cubicBezTo>
                      <a:pt x="5157" y="1606"/>
                      <a:pt x="4693" y="2864"/>
                      <a:pt x="4399" y="4131"/>
                    </a:cubicBezTo>
                    <a:cubicBezTo>
                      <a:pt x="3730" y="6986"/>
                      <a:pt x="4042" y="9930"/>
                      <a:pt x="4086" y="12820"/>
                    </a:cubicBezTo>
                    <a:cubicBezTo>
                      <a:pt x="4176" y="18628"/>
                      <a:pt x="4425" y="26514"/>
                      <a:pt x="1464" y="31608"/>
                    </a:cubicBezTo>
                    <a:cubicBezTo>
                      <a:pt x="1098" y="32188"/>
                      <a:pt x="679" y="32732"/>
                      <a:pt x="197" y="33196"/>
                    </a:cubicBezTo>
                    <a:cubicBezTo>
                      <a:pt x="10" y="33374"/>
                      <a:pt x="1" y="33668"/>
                      <a:pt x="179" y="33847"/>
                    </a:cubicBezTo>
                    <a:cubicBezTo>
                      <a:pt x="269" y="33937"/>
                      <a:pt x="387" y="33982"/>
                      <a:pt x="505" y="33982"/>
                    </a:cubicBezTo>
                    <a:cubicBezTo>
                      <a:pt x="619" y="33982"/>
                      <a:pt x="733" y="33939"/>
                      <a:pt x="821" y="33856"/>
                    </a:cubicBezTo>
                    <a:cubicBezTo>
                      <a:pt x="1366" y="33312"/>
                      <a:pt x="1829" y="32705"/>
                      <a:pt x="2222" y="32072"/>
                    </a:cubicBezTo>
                    <a:cubicBezTo>
                      <a:pt x="5273" y="26764"/>
                      <a:pt x="4970" y="18788"/>
                      <a:pt x="4836" y="12802"/>
                    </a:cubicBezTo>
                    <a:cubicBezTo>
                      <a:pt x="4747" y="9287"/>
                      <a:pt x="4283" y="5603"/>
                      <a:pt x="5701" y="2284"/>
                    </a:cubicBezTo>
                    <a:cubicBezTo>
                      <a:pt x="5969" y="1678"/>
                      <a:pt x="6299" y="1062"/>
                      <a:pt x="6754" y="572"/>
                    </a:cubicBezTo>
                    <a:cubicBezTo>
                      <a:pt x="7011" y="335"/>
                      <a:pt x="6796" y="1"/>
                      <a:pt x="653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" name="Google Shape;40;p3"/>
              <p:cNvSpPr/>
              <p:nvPr/>
            </p:nvSpPr>
            <p:spPr>
              <a:xfrm>
                <a:off x="5927600" y="2413013"/>
                <a:ext cx="119575" cy="46550"/>
              </a:xfrm>
              <a:custGeom>
                <a:avLst/>
                <a:gdLst/>
                <a:ahLst/>
                <a:cxnLst/>
                <a:rect l="l" t="t" r="r" b="b"/>
                <a:pathLst>
                  <a:path w="4783" h="1862" extrusionOk="0">
                    <a:moveTo>
                      <a:pt x="2632" y="0"/>
                    </a:moveTo>
                    <a:cubicBezTo>
                      <a:pt x="905" y="0"/>
                      <a:pt x="88" y="1422"/>
                      <a:pt x="81" y="1442"/>
                    </a:cubicBezTo>
                    <a:cubicBezTo>
                      <a:pt x="1" y="1585"/>
                      <a:pt x="54" y="1754"/>
                      <a:pt x="188" y="1826"/>
                    </a:cubicBezTo>
                    <a:cubicBezTo>
                      <a:pt x="233" y="1852"/>
                      <a:pt x="277" y="1861"/>
                      <a:pt x="322" y="1861"/>
                    </a:cubicBezTo>
                    <a:cubicBezTo>
                      <a:pt x="420" y="1861"/>
                      <a:pt x="518" y="1817"/>
                      <a:pt x="572" y="1719"/>
                    </a:cubicBezTo>
                    <a:cubicBezTo>
                      <a:pt x="605" y="1659"/>
                      <a:pt x="1246" y="567"/>
                      <a:pt x="2630" y="567"/>
                    </a:cubicBezTo>
                    <a:cubicBezTo>
                      <a:pt x="3106" y="567"/>
                      <a:pt x="3670" y="696"/>
                      <a:pt x="4327" y="1041"/>
                    </a:cubicBezTo>
                    <a:cubicBezTo>
                      <a:pt x="4370" y="1062"/>
                      <a:pt x="4416" y="1072"/>
                      <a:pt x="4461" y="1072"/>
                    </a:cubicBezTo>
                    <a:cubicBezTo>
                      <a:pt x="4564" y="1072"/>
                      <a:pt x="4661" y="1018"/>
                      <a:pt x="4711" y="925"/>
                    </a:cubicBezTo>
                    <a:cubicBezTo>
                      <a:pt x="4782" y="782"/>
                      <a:pt x="4729" y="612"/>
                      <a:pt x="4595" y="541"/>
                    </a:cubicBezTo>
                    <a:cubicBezTo>
                      <a:pt x="3843" y="149"/>
                      <a:pt x="3190" y="0"/>
                      <a:pt x="263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" name="Google Shape;41;p3"/>
              <p:cNvSpPr/>
              <p:nvPr/>
            </p:nvSpPr>
            <p:spPr>
              <a:xfrm>
                <a:off x="5630525" y="2516913"/>
                <a:ext cx="253400" cy="273625"/>
              </a:xfrm>
              <a:custGeom>
                <a:avLst/>
                <a:gdLst/>
                <a:ahLst/>
                <a:cxnLst/>
                <a:rect l="l" t="t" r="r" b="b"/>
                <a:pathLst>
                  <a:path w="10136" h="10945" extrusionOk="0">
                    <a:moveTo>
                      <a:pt x="7795" y="0"/>
                    </a:moveTo>
                    <a:cubicBezTo>
                      <a:pt x="7305" y="0"/>
                      <a:pt x="6765" y="48"/>
                      <a:pt x="6228" y="185"/>
                    </a:cubicBezTo>
                    <a:cubicBezTo>
                      <a:pt x="4488" y="640"/>
                      <a:pt x="2035" y="1746"/>
                      <a:pt x="1437" y="2407"/>
                    </a:cubicBezTo>
                    <a:cubicBezTo>
                      <a:pt x="1" y="3995"/>
                      <a:pt x="215" y="8196"/>
                      <a:pt x="152" y="10944"/>
                    </a:cubicBezTo>
                    <a:cubicBezTo>
                      <a:pt x="152" y="10944"/>
                      <a:pt x="509" y="10453"/>
                      <a:pt x="2356" y="8741"/>
                    </a:cubicBezTo>
                    <a:cubicBezTo>
                      <a:pt x="4203" y="7028"/>
                      <a:pt x="6058" y="7117"/>
                      <a:pt x="7744" y="4806"/>
                    </a:cubicBezTo>
                    <a:cubicBezTo>
                      <a:pt x="8743" y="3450"/>
                      <a:pt x="10135" y="2469"/>
                      <a:pt x="9743" y="239"/>
                    </a:cubicBezTo>
                    <a:cubicBezTo>
                      <a:pt x="9743" y="239"/>
                      <a:pt x="8894" y="0"/>
                      <a:pt x="7795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" name="Google Shape;42;p3"/>
              <p:cNvSpPr/>
              <p:nvPr/>
            </p:nvSpPr>
            <p:spPr>
              <a:xfrm>
                <a:off x="5655125" y="2518588"/>
                <a:ext cx="224100" cy="224400"/>
              </a:xfrm>
              <a:custGeom>
                <a:avLst/>
                <a:gdLst/>
                <a:ahLst/>
                <a:cxnLst/>
                <a:rect l="l" t="t" r="r" b="b"/>
                <a:pathLst>
                  <a:path w="8964" h="8976" extrusionOk="0">
                    <a:moveTo>
                      <a:pt x="8768" y="1"/>
                    </a:moveTo>
                    <a:cubicBezTo>
                      <a:pt x="8741" y="1"/>
                      <a:pt x="8713" y="7"/>
                      <a:pt x="8687" y="20"/>
                    </a:cubicBezTo>
                    <a:cubicBezTo>
                      <a:pt x="4512" y="1983"/>
                      <a:pt x="1417" y="4383"/>
                      <a:pt x="7" y="8950"/>
                    </a:cubicBezTo>
                    <a:cubicBezTo>
                      <a:pt x="1" y="8963"/>
                      <a:pt x="17" y="8975"/>
                      <a:pt x="30" y="8975"/>
                    </a:cubicBezTo>
                    <a:cubicBezTo>
                      <a:pt x="35" y="8975"/>
                      <a:pt x="40" y="8973"/>
                      <a:pt x="43" y="8968"/>
                    </a:cubicBezTo>
                    <a:cubicBezTo>
                      <a:pt x="516" y="8013"/>
                      <a:pt x="1015" y="7077"/>
                      <a:pt x="1559" y="6176"/>
                    </a:cubicBezTo>
                    <a:cubicBezTo>
                      <a:pt x="2112" y="5275"/>
                      <a:pt x="2674" y="4365"/>
                      <a:pt x="3442" y="3642"/>
                    </a:cubicBezTo>
                    <a:cubicBezTo>
                      <a:pt x="3825" y="3276"/>
                      <a:pt x="4262" y="2982"/>
                      <a:pt x="4700" y="2679"/>
                    </a:cubicBezTo>
                    <a:cubicBezTo>
                      <a:pt x="6011" y="1795"/>
                      <a:pt x="7394" y="984"/>
                      <a:pt x="8830" y="332"/>
                    </a:cubicBezTo>
                    <a:cubicBezTo>
                      <a:pt x="8919" y="297"/>
                      <a:pt x="8964" y="190"/>
                      <a:pt x="8919" y="100"/>
                    </a:cubicBezTo>
                    <a:cubicBezTo>
                      <a:pt x="8894" y="37"/>
                      <a:pt x="8833" y="1"/>
                      <a:pt x="876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" name="Google Shape;43;p3"/>
              <p:cNvSpPr/>
              <p:nvPr/>
            </p:nvSpPr>
            <p:spPr>
              <a:xfrm>
                <a:off x="5866275" y="2505663"/>
                <a:ext cx="74500" cy="23025"/>
              </a:xfrm>
              <a:custGeom>
                <a:avLst/>
                <a:gdLst/>
                <a:ahLst/>
                <a:cxnLst/>
                <a:rect l="l" t="t" r="r" b="b"/>
                <a:pathLst>
                  <a:path w="2980" h="921" extrusionOk="0">
                    <a:moveTo>
                      <a:pt x="1567" y="1"/>
                    </a:moveTo>
                    <a:cubicBezTo>
                      <a:pt x="1144" y="1"/>
                      <a:pt x="640" y="152"/>
                      <a:pt x="81" y="609"/>
                    </a:cubicBezTo>
                    <a:cubicBezTo>
                      <a:pt x="9" y="671"/>
                      <a:pt x="0" y="787"/>
                      <a:pt x="63" y="858"/>
                    </a:cubicBezTo>
                    <a:cubicBezTo>
                      <a:pt x="98" y="903"/>
                      <a:pt x="143" y="921"/>
                      <a:pt x="197" y="921"/>
                    </a:cubicBezTo>
                    <a:cubicBezTo>
                      <a:pt x="232" y="921"/>
                      <a:pt x="277" y="903"/>
                      <a:pt x="304" y="876"/>
                    </a:cubicBezTo>
                    <a:cubicBezTo>
                      <a:pt x="792" y="476"/>
                      <a:pt x="1223" y="345"/>
                      <a:pt x="1579" y="345"/>
                    </a:cubicBezTo>
                    <a:cubicBezTo>
                      <a:pt x="2230" y="345"/>
                      <a:pt x="2627" y="785"/>
                      <a:pt x="2650" y="814"/>
                    </a:cubicBezTo>
                    <a:cubicBezTo>
                      <a:pt x="2684" y="853"/>
                      <a:pt x="2735" y="873"/>
                      <a:pt x="2785" y="873"/>
                    </a:cubicBezTo>
                    <a:cubicBezTo>
                      <a:pt x="2826" y="873"/>
                      <a:pt x="2868" y="860"/>
                      <a:pt x="2900" y="832"/>
                    </a:cubicBezTo>
                    <a:cubicBezTo>
                      <a:pt x="2971" y="769"/>
                      <a:pt x="2980" y="653"/>
                      <a:pt x="2918" y="582"/>
                    </a:cubicBezTo>
                    <a:cubicBezTo>
                      <a:pt x="2906" y="576"/>
                      <a:pt x="2391" y="1"/>
                      <a:pt x="156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" name="Google Shape;44;p3"/>
              <p:cNvSpPr/>
              <p:nvPr/>
            </p:nvSpPr>
            <p:spPr>
              <a:xfrm>
                <a:off x="5578575" y="1825038"/>
                <a:ext cx="402125" cy="377900"/>
              </a:xfrm>
              <a:custGeom>
                <a:avLst/>
                <a:gdLst/>
                <a:ahLst/>
                <a:cxnLst/>
                <a:rect l="l" t="t" r="r" b="b"/>
                <a:pathLst>
                  <a:path w="16085" h="15116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3247" y="2391"/>
                      <a:pt x="5076" y="5593"/>
                      <a:pt x="5442" y="7547"/>
                    </a:cubicBezTo>
                    <a:cubicBezTo>
                      <a:pt x="5808" y="9501"/>
                      <a:pt x="7762" y="9974"/>
                      <a:pt x="9644" y="12837"/>
                    </a:cubicBezTo>
                    <a:cubicBezTo>
                      <a:pt x="10927" y="14805"/>
                      <a:pt x="12814" y="15115"/>
                      <a:pt x="13875" y="15115"/>
                    </a:cubicBezTo>
                    <a:cubicBezTo>
                      <a:pt x="14362" y="15115"/>
                      <a:pt x="14675" y="15050"/>
                      <a:pt x="14675" y="15050"/>
                    </a:cubicBezTo>
                    <a:cubicBezTo>
                      <a:pt x="14675" y="15050"/>
                      <a:pt x="16031" y="14238"/>
                      <a:pt x="16058" y="12177"/>
                    </a:cubicBezTo>
                    <a:cubicBezTo>
                      <a:pt x="16085" y="10116"/>
                      <a:pt x="14363" y="8769"/>
                      <a:pt x="13444" y="6610"/>
                    </a:cubicBezTo>
                    <a:cubicBezTo>
                      <a:pt x="12900" y="5335"/>
                      <a:pt x="11838" y="3791"/>
                      <a:pt x="8377" y="2471"/>
                    </a:cubicBezTo>
                    <a:cubicBezTo>
                      <a:pt x="4907" y="1151"/>
                      <a:pt x="1" y="0"/>
                      <a:pt x="0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" name="Google Shape;45;p3"/>
              <p:cNvSpPr/>
              <p:nvPr/>
            </p:nvSpPr>
            <p:spPr>
              <a:xfrm>
                <a:off x="5667400" y="1875988"/>
                <a:ext cx="284975" cy="331675"/>
              </a:xfrm>
              <a:custGeom>
                <a:avLst/>
                <a:gdLst/>
                <a:ahLst/>
                <a:cxnLst/>
                <a:rect l="l" t="t" r="r" b="b"/>
                <a:pathLst>
                  <a:path w="11399" h="13267" extrusionOk="0">
                    <a:moveTo>
                      <a:pt x="30" y="1"/>
                    </a:moveTo>
                    <a:cubicBezTo>
                      <a:pt x="11" y="1"/>
                      <a:pt x="1" y="33"/>
                      <a:pt x="16" y="41"/>
                    </a:cubicBezTo>
                    <a:cubicBezTo>
                      <a:pt x="1229" y="844"/>
                      <a:pt x="2398" y="1682"/>
                      <a:pt x="3495" y="2601"/>
                    </a:cubicBezTo>
                    <a:cubicBezTo>
                      <a:pt x="4619" y="3502"/>
                      <a:pt x="5636" y="4555"/>
                      <a:pt x="6448" y="5741"/>
                    </a:cubicBezTo>
                    <a:cubicBezTo>
                      <a:pt x="7036" y="6598"/>
                      <a:pt x="7616" y="7597"/>
                      <a:pt x="8134" y="8507"/>
                    </a:cubicBezTo>
                    <a:cubicBezTo>
                      <a:pt x="8312" y="8828"/>
                      <a:pt x="8508" y="9140"/>
                      <a:pt x="8723" y="9443"/>
                    </a:cubicBezTo>
                    <a:cubicBezTo>
                      <a:pt x="8963" y="9756"/>
                      <a:pt x="9195" y="9988"/>
                      <a:pt x="9409" y="10282"/>
                    </a:cubicBezTo>
                    <a:cubicBezTo>
                      <a:pt x="10034" y="11138"/>
                      <a:pt x="10534" y="12111"/>
                      <a:pt x="10890" y="13101"/>
                    </a:cubicBezTo>
                    <a:cubicBezTo>
                      <a:pt x="10924" y="13201"/>
                      <a:pt x="11018" y="13267"/>
                      <a:pt x="11119" y="13267"/>
                    </a:cubicBezTo>
                    <a:cubicBezTo>
                      <a:pt x="11152" y="13267"/>
                      <a:pt x="11187" y="13259"/>
                      <a:pt x="11220" y="13244"/>
                    </a:cubicBezTo>
                    <a:cubicBezTo>
                      <a:pt x="11345" y="13199"/>
                      <a:pt x="11399" y="13056"/>
                      <a:pt x="11354" y="12931"/>
                    </a:cubicBezTo>
                    <a:cubicBezTo>
                      <a:pt x="11203" y="12575"/>
                      <a:pt x="11042" y="12253"/>
                      <a:pt x="10873" y="11923"/>
                    </a:cubicBezTo>
                    <a:cubicBezTo>
                      <a:pt x="10534" y="11272"/>
                      <a:pt x="10141" y="10648"/>
                      <a:pt x="9686" y="10068"/>
                    </a:cubicBezTo>
                    <a:cubicBezTo>
                      <a:pt x="9195" y="9497"/>
                      <a:pt x="8758" y="8997"/>
                      <a:pt x="8401" y="8346"/>
                    </a:cubicBezTo>
                    <a:lnTo>
                      <a:pt x="7848" y="7409"/>
                    </a:lnTo>
                    <a:cubicBezTo>
                      <a:pt x="7206" y="6321"/>
                      <a:pt x="6421" y="5304"/>
                      <a:pt x="5582" y="4341"/>
                    </a:cubicBezTo>
                    <a:cubicBezTo>
                      <a:pt x="4039" y="2556"/>
                      <a:pt x="2157" y="1058"/>
                      <a:pt x="42" y="5"/>
                    </a:cubicBezTo>
                    <a:cubicBezTo>
                      <a:pt x="38" y="2"/>
                      <a:pt x="34" y="1"/>
                      <a:pt x="30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" name="Google Shape;46;p3"/>
              <p:cNvSpPr/>
              <p:nvPr/>
            </p:nvSpPr>
            <p:spPr>
              <a:xfrm>
                <a:off x="5928500" y="2173663"/>
                <a:ext cx="43500" cy="140700"/>
              </a:xfrm>
              <a:custGeom>
                <a:avLst/>
                <a:gdLst/>
                <a:ahLst/>
                <a:cxnLst/>
                <a:rect l="l" t="t" r="r" b="b"/>
                <a:pathLst>
                  <a:path w="1740" h="5628" extrusionOk="0">
                    <a:moveTo>
                      <a:pt x="323" y="0"/>
                    </a:moveTo>
                    <a:cubicBezTo>
                      <a:pt x="267" y="0"/>
                      <a:pt x="210" y="17"/>
                      <a:pt x="161" y="52"/>
                    </a:cubicBezTo>
                    <a:cubicBezTo>
                      <a:pt x="27" y="141"/>
                      <a:pt x="0" y="320"/>
                      <a:pt x="90" y="445"/>
                    </a:cubicBezTo>
                    <a:cubicBezTo>
                      <a:pt x="98" y="462"/>
                      <a:pt x="1151" y="2033"/>
                      <a:pt x="884" y="5324"/>
                    </a:cubicBezTo>
                    <a:cubicBezTo>
                      <a:pt x="866" y="5476"/>
                      <a:pt x="982" y="5610"/>
                      <a:pt x="1133" y="5628"/>
                    </a:cubicBezTo>
                    <a:lnTo>
                      <a:pt x="1160" y="5628"/>
                    </a:lnTo>
                    <a:cubicBezTo>
                      <a:pt x="1303" y="5628"/>
                      <a:pt x="1428" y="5512"/>
                      <a:pt x="1446" y="5369"/>
                    </a:cubicBezTo>
                    <a:cubicBezTo>
                      <a:pt x="1740" y="1854"/>
                      <a:pt x="598" y="186"/>
                      <a:pt x="553" y="123"/>
                    </a:cubicBezTo>
                    <a:cubicBezTo>
                      <a:pt x="499" y="42"/>
                      <a:pt x="412" y="0"/>
                      <a:pt x="32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7" name="Google Shape;47;p3"/>
            <p:cNvGrpSpPr/>
            <p:nvPr/>
          </p:nvGrpSpPr>
          <p:grpSpPr>
            <a:xfrm rot="7111586">
              <a:off x="-159093" y="145922"/>
              <a:ext cx="940286" cy="852846"/>
              <a:chOff x="4357538" y="2124225"/>
              <a:chExt cx="748038" cy="678475"/>
            </a:xfrm>
          </p:grpSpPr>
          <p:sp>
            <p:nvSpPr>
              <p:cNvPr id="48" name="Google Shape;48;p3"/>
              <p:cNvSpPr/>
              <p:nvPr/>
            </p:nvSpPr>
            <p:spPr>
              <a:xfrm>
                <a:off x="4357538" y="2406650"/>
                <a:ext cx="548675" cy="368150"/>
              </a:xfrm>
              <a:custGeom>
                <a:avLst/>
                <a:gdLst/>
                <a:ahLst/>
                <a:cxnLst/>
                <a:rect l="l" t="t" r="r" b="b"/>
                <a:pathLst>
                  <a:path w="21947" h="14726" extrusionOk="0">
                    <a:moveTo>
                      <a:pt x="12848" y="1"/>
                    </a:moveTo>
                    <a:cubicBezTo>
                      <a:pt x="11913" y="1"/>
                      <a:pt x="10918" y="288"/>
                      <a:pt x="9912" y="591"/>
                    </a:cubicBezTo>
                    <a:cubicBezTo>
                      <a:pt x="9067" y="847"/>
                      <a:pt x="8285" y="870"/>
                      <a:pt x="7535" y="870"/>
                    </a:cubicBezTo>
                    <a:cubicBezTo>
                      <a:pt x="7367" y="870"/>
                      <a:pt x="7201" y="869"/>
                      <a:pt x="7036" y="869"/>
                    </a:cubicBezTo>
                    <a:cubicBezTo>
                      <a:pt x="6030" y="869"/>
                      <a:pt x="5070" y="912"/>
                      <a:pt x="4077" y="1528"/>
                    </a:cubicBezTo>
                    <a:cubicBezTo>
                      <a:pt x="2195" y="2697"/>
                      <a:pt x="1" y="5623"/>
                      <a:pt x="1" y="5623"/>
                    </a:cubicBezTo>
                    <a:cubicBezTo>
                      <a:pt x="1" y="5623"/>
                      <a:pt x="2535" y="4445"/>
                      <a:pt x="5802" y="4445"/>
                    </a:cubicBezTo>
                    <a:cubicBezTo>
                      <a:pt x="6474" y="4445"/>
                      <a:pt x="7177" y="4495"/>
                      <a:pt x="7896" y="4615"/>
                    </a:cubicBezTo>
                    <a:cubicBezTo>
                      <a:pt x="12106" y="5320"/>
                      <a:pt x="10804" y="10913"/>
                      <a:pt x="14578" y="13268"/>
                    </a:cubicBezTo>
                    <a:cubicBezTo>
                      <a:pt x="16428" y="14430"/>
                      <a:pt x="18241" y="14726"/>
                      <a:pt x="19605" y="14726"/>
                    </a:cubicBezTo>
                    <a:cubicBezTo>
                      <a:pt x="21015" y="14726"/>
                      <a:pt x="21946" y="14410"/>
                      <a:pt x="21946" y="14410"/>
                    </a:cubicBezTo>
                    <a:cubicBezTo>
                      <a:pt x="21946" y="14410"/>
                      <a:pt x="21705" y="10110"/>
                      <a:pt x="20153" y="7800"/>
                    </a:cubicBezTo>
                    <a:cubicBezTo>
                      <a:pt x="18601" y="5489"/>
                      <a:pt x="17397" y="3883"/>
                      <a:pt x="15809" y="1617"/>
                    </a:cubicBezTo>
                    <a:cubicBezTo>
                      <a:pt x="14957" y="395"/>
                      <a:pt x="13944" y="1"/>
                      <a:pt x="12848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" name="Google Shape;49;p3"/>
              <p:cNvSpPr/>
              <p:nvPr/>
            </p:nvSpPr>
            <p:spPr>
              <a:xfrm>
                <a:off x="4436338" y="2450575"/>
                <a:ext cx="477900" cy="323450"/>
              </a:xfrm>
              <a:custGeom>
                <a:avLst/>
                <a:gdLst/>
                <a:ahLst/>
                <a:cxnLst/>
                <a:rect l="l" t="t" r="r" b="b"/>
                <a:pathLst>
                  <a:path w="19116" h="12938" extrusionOk="0">
                    <a:moveTo>
                      <a:pt x="5970" y="0"/>
                    </a:moveTo>
                    <a:cubicBezTo>
                      <a:pt x="3876" y="0"/>
                      <a:pt x="1681" y="646"/>
                      <a:pt x="24" y="1609"/>
                    </a:cubicBezTo>
                    <a:cubicBezTo>
                      <a:pt x="0" y="1625"/>
                      <a:pt x="20" y="1664"/>
                      <a:pt x="44" y="1664"/>
                    </a:cubicBezTo>
                    <a:cubicBezTo>
                      <a:pt x="46" y="1664"/>
                      <a:pt x="49" y="1663"/>
                      <a:pt x="51" y="1662"/>
                    </a:cubicBezTo>
                    <a:cubicBezTo>
                      <a:pt x="515" y="1430"/>
                      <a:pt x="997" y="1225"/>
                      <a:pt x="1479" y="1056"/>
                    </a:cubicBezTo>
                    <a:cubicBezTo>
                      <a:pt x="2888" y="571"/>
                      <a:pt x="4391" y="297"/>
                      <a:pt x="5879" y="297"/>
                    </a:cubicBezTo>
                    <a:cubicBezTo>
                      <a:pt x="5926" y="297"/>
                      <a:pt x="5973" y="297"/>
                      <a:pt x="6019" y="297"/>
                    </a:cubicBezTo>
                    <a:cubicBezTo>
                      <a:pt x="7036" y="315"/>
                      <a:pt x="8071" y="440"/>
                      <a:pt x="9008" y="824"/>
                    </a:cubicBezTo>
                    <a:cubicBezTo>
                      <a:pt x="11988" y="2171"/>
                      <a:pt x="14022" y="6426"/>
                      <a:pt x="15663" y="9147"/>
                    </a:cubicBezTo>
                    <a:cubicBezTo>
                      <a:pt x="16484" y="10512"/>
                      <a:pt x="17474" y="11734"/>
                      <a:pt x="18598" y="12858"/>
                    </a:cubicBezTo>
                    <a:cubicBezTo>
                      <a:pt x="18655" y="12911"/>
                      <a:pt x="18727" y="12937"/>
                      <a:pt x="18798" y="12937"/>
                    </a:cubicBezTo>
                    <a:cubicBezTo>
                      <a:pt x="18872" y="12937"/>
                      <a:pt x="18945" y="12908"/>
                      <a:pt x="18999" y="12849"/>
                    </a:cubicBezTo>
                    <a:cubicBezTo>
                      <a:pt x="19115" y="12733"/>
                      <a:pt x="19107" y="12546"/>
                      <a:pt x="18991" y="12439"/>
                    </a:cubicBezTo>
                    <a:cubicBezTo>
                      <a:pt x="17706" y="11208"/>
                      <a:pt x="16609" y="9754"/>
                      <a:pt x="15699" y="8219"/>
                    </a:cubicBezTo>
                    <a:cubicBezTo>
                      <a:pt x="14262" y="5909"/>
                      <a:pt x="11559" y="1716"/>
                      <a:pt x="9115" y="592"/>
                    </a:cubicBezTo>
                    <a:cubicBezTo>
                      <a:pt x="8158" y="181"/>
                      <a:pt x="7078" y="0"/>
                      <a:pt x="597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" name="Google Shape;50;p3"/>
              <p:cNvSpPr/>
              <p:nvPr/>
            </p:nvSpPr>
            <p:spPr>
              <a:xfrm>
                <a:off x="4903500" y="2554500"/>
                <a:ext cx="27450" cy="248200"/>
              </a:xfrm>
              <a:custGeom>
                <a:avLst/>
                <a:gdLst/>
                <a:ahLst/>
                <a:cxnLst/>
                <a:rect l="l" t="t" r="r" b="b"/>
                <a:pathLst>
                  <a:path w="1098" h="9928" extrusionOk="0">
                    <a:moveTo>
                      <a:pt x="316" y="0"/>
                    </a:moveTo>
                    <a:cubicBezTo>
                      <a:pt x="295" y="0"/>
                      <a:pt x="273" y="2"/>
                      <a:pt x="250" y="7"/>
                    </a:cubicBezTo>
                    <a:cubicBezTo>
                      <a:pt x="99" y="34"/>
                      <a:pt x="0" y="186"/>
                      <a:pt x="36" y="337"/>
                    </a:cubicBezTo>
                    <a:cubicBezTo>
                      <a:pt x="36" y="364"/>
                      <a:pt x="527" y="2871"/>
                      <a:pt x="215" y="9624"/>
                    </a:cubicBezTo>
                    <a:cubicBezTo>
                      <a:pt x="206" y="9785"/>
                      <a:pt x="331" y="9919"/>
                      <a:pt x="482" y="9928"/>
                    </a:cubicBezTo>
                    <a:lnTo>
                      <a:pt x="500" y="9928"/>
                    </a:lnTo>
                    <a:cubicBezTo>
                      <a:pt x="643" y="9928"/>
                      <a:pt x="777" y="9803"/>
                      <a:pt x="777" y="9651"/>
                    </a:cubicBezTo>
                    <a:cubicBezTo>
                      <a:pt x="1098" y="2800"/>
                      <a:pt x="607" y="329"/>
                      <a:pt x="589" y="221"/>
                    </a:cubicBezTo>
                    <a:cubicBezTo>
                      <a:pt x="559" y="91"/>
                      <a:pt x="448" y="0"/>
                      <a:pt x="31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" name="Google Shape;51;p3"/>
              <p:cNvSpPr/>
              <p:nvPr/>
            </p:nvSpPr>
            <p:spPr>
              <a:xfrm>
                <a:off x="4834800" y="2124225"/>
                <a:ext cx="270775" cy="435375"/>
              </a:xfrm>
              <a:custGeom>
                <a:avLst/>
                <a:gdLst/>
                <a:ahLst/>
                <a:cxnLst/>
                <a:rect l="l" t="t" r="r" b="b"/>
                <a:pathLst>
                  <a:path w="10831" h="17415" extrusionOk="0">
                    <a:moveTo>
                      <a:pt x="10831" y="1"/>
                    </a:moveTo>
                    <a:cubicBezTo>
                      <a:pt x="10831" y="1"/>
                      <a:pt x="8110" y="1268"/>
                      <a:pt x="5844" y="1955"/>
                    </a:cubicBezTo>
                    <a:cubicBezTo>
                      <a:pt x="3578" y="2641"/>
                      <a:pt x="1901" y="3239"/>
                      <a:pt x="1366" y="6156"/>
                    </a:cubicBezTo>
                    <a:cubicBezTo>
                      <a:pt x="830" y="9065"/>
                      <a:pt x="1" y="12910"/>
                      <a:pt x="830" y="14712"/>
                    </a:cubicBezTo>
                    <a:cubicBezTo>
                      <a:pt x="1660" y="16514"/>
                      <a:pt x="3070" y="17415"/>
                      <a:pt x="3070" y="17415"/>
                    </a:cubicBezTo>
                    <a:cubicBezTo>
                      <a:pt x="3070" y="17415"/>
                      <a:pt x="5915" y="17192"/>
                      <a:pt x="6977" y="13909"/>
                    </a:cubicBezTo>
                    <a:cubicBezTo>
                      <a:pt x="8039" y="10626"/>
                      <a:pt x="8155" y="7182"/>
                      <a:pt x="8404" y="5880"/>
                    </a:cubicBezTo>
                    <a:cubicBezTo>
                      <a:pt x="8824" y="3748"/>
                      <a:pt x="10831" y="1"/>
                      <a:pt x="10831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" name="Google Shape;52;p3"/>
              <p:cNvSpPr/>
              <p:nvPr/>
            </p:nvSpPr>
            <p:spPr>
              <a:xfrm>
                <a:off x="4904625" y="2169375"/>
                <a:ext cx="155325" cy="396925"/>
              </a:xfrm>
              <a:custGeom>
                <a:avLst/>
                <a:gdLst/>
                <a:ahLst/>
                <a:cxnLst/>
                <a:rect l="l" t="t" r="r" b="b"/>
                <a:pathLst>
                  <a:path w="6213" h="15877" extrusionOk="0">
                    <a:moveTo>
                      <a:pt x="6179" y="1"/>
                    </a:moveTo>
                    <a:cubicBezTo>
                      <a:pt x="6175" y="1"/>
                      <a:pt x="6170" y="2"/>
                      <a:pt x="6165" y="6"/>
                    </a:cubicBezTo>
                    <a:cubicBezTo>
                      <a:pt x="4898" y="764"/>
                      <a:pt x="3756" y="1719"/>
                      <a:pt x="2819" y="2861"/>
                    </a:cubicBezTo>
                    <a:cubicBezTo>
                      <a:pt x="2132" y="3735"/>
                      <a:pt x="1552" y="4707"/>
                      <a:pt x="1204" y="5769"/>
                    </a:cubicBezTo>
                    <a:cubicBezTo>
                      <a:pt x="678" y="7535"/>
                      <a:pt x="455" y="9373"/>
                      <a:pt x="294" y="11202"/>
                    </a:cubicBezTo>
                    <a:cubicBezTo>
                      <a:pt x="170" y="12665"/>
                      <a:pt x="71" y="14128"/>
                      <a:pt x="9" y="15600"/>
                    </a:cubicBezTo>
                    <a:cubicBezTo>
                      <a:pt x="0" y="15742"/>
                      <a:pt x="116" y="15876"/>
                      <a:pt x="268" y="15876"/>
                    </a:cubicBezTo>
                    <a:cubicBezTo>
                      <a:pt x="273" y="15877"/>
                      <a:pt x="279" y="15877"/>
                      <a:pt x="284" y="15877"/>
                    </a:cubicBezTo>
                    <a:cubicBezTo>
                      <a:pt x="428" y="15877"/>
                      <a:pt x="544" y="15764"/>
                      <a:pt x="544" y="15618"/>
                    </a:cubicBezTo>
                    <a:cubicBezTo>
                      <a:pt x="607" y="14163"/>
                      <a:pt x="696" y="12700"/>
                      <a:pt x="812" y="11246"/>
                    </a:cubicBezTo>
                    <a:cubicBezTo>
                      <a:pt x="937" y="9792"/>
                      <a:pt x="1080" y="8347"/>
                      <a:pt x="1240" y="6893"/>
                    </a:cubicBezTo>
                    <a:cubicBezTo>
                      <a:pt x="1320" y="6170"/>
                      <a:pt x="1454" y="5465"/>
                      <a:pt x="1793" y="4814"/>
                    </a:cubicBezTo>
                    <a:cubicBezTo>
                      <a:pt x="2114" y="4172"/>
                      <a:pt x="2560" y="3592"/>
                      <a:pt x="3033" y="3039"/>
                    </a:cubicBezTo>
                    <a:cubicBezTo>
                      <a:pt x="3970" y="1942"/>
                      <a:pt x="5040" y="943"/>
                      <a:pt x="6191" y="41"/>
                    </a:cubicBezTo>
                    <a:cubicBezTo>
                      <a:pt x="6213" y="27"/>
                      <a:pt x="6200" y="1"/>
                      <a:pt x="6179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4"/>
          <p:cNvPicPr preferRelativeResize="0"/>
          <p:nvPr/>
        </p:nvPicPr>
        <p:blipFill>
          <a:blip r:embed="rId2">
            <a:alphaModFix amt="70000"/>
          </a:blip>
          <a:stretch>
            <a:fillRect/>
          </a:stretch>
        </p:blipFill>
        <p:spPr>
          <a:xfrm>
            <a:off x="0" y="-5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4"/>
          <p:cNvSpPr txBox="1">
            <a:spLocks noGrp="1"/>
          </p:cNvSpPr>
          <p:nvPr>
            <p:ph type="body" idx="1"/>
          </p:nvPr>
        </p:nvSpPr>
        <p:spPr>
          <a:xfrm>
            <a:off x="720000" y="1215750"/>
            <a:ext cx="7704000" cy="42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1pPr>
            <a:lvl2pPr marL="914400" lvl="1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2pPr>
            <a:lvl3pPr marL="1371600" lvl="2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3pPr>
            <a:lvl4pPr marL="1828800" lvl="3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4pPr>
            <a:lvl5pPr marL="2286000" lvl="4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5pPr>
            <a:lvl6pPr marL="2743200" lvl="5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6pPr>
            <a:lvl7pPr marL="3200400" lvl="6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7pPr>
            <a:lvl8pPr marL="3657600" lvl="7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8pPr>
            <a:lvl9pPr marL="4114800" lvl="8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9pPr>
          </a:lstStyle>
          <a:p>
            <a:endParaRPr/>
          </a:p>
        </p:txBody>
      </p:sp>
      <p:grpSp>
        <p:nvGrpSpPr>
          <p:cNvPr id="57" name="Google Shape;57;p4"/>
          <p:cNvGrpSpPr/>
          <p:nvPr/>
        </p:nvGrpSpPr>
        <p:grpSpPr>
          <a:xfrm>
            <a:off x="-149787" y="-84629"/>
            <a:ext cx="9110085" cy="5304007"/>
            <a:chOff x="-149787" y="-84629"/>
            <a:chExt cx="9110085" cy="5304007"/>
          </a:xfrm>
        </p:grpSpPr>
        <p:grpSp>
          <p:nvGrpSpPr>
            <p:cNvPr id="58" name="Google Shape;58;p4"/>
            <p:cNvGrpSpPr/>
            <p:nvPr/>
          </p:nvGrpSpPr>
          <p:grpSpPr>
            <a:xfrm>
              <a:off x="7884988" y="4530097"/>
              <a:ext cx="1075310" cy="689281"/>
              <a:chOff x="7884988" y="4530097"/>
              <a:chExt cx="1075310" cy="689281"/>
            </a:xfrm>
          </p:grpSpPr>
          <p:grpSp>
            <p:nvGrpSpPr>
              <p:cNvPr id="59" name="Google Shape;59;p4"/>
              <p:cNvGrpSpPr/>
              <p:nvPr/>
            </p:nvGrpSpPr>
            <p:grpSpPr>
              <a:xfrm>
                <a:off x="8355846" y="4530097"/>
                <a:ext cx="604452" cy="689281"/>
                <a:chOff x="3806875" y="2468975"/>
                <a:chExt cx="314950" cy="359150"/>
              </a:xfrm>
            </p:grpSpPr>
            <p:sp>
              <p:nvSpPr>
                <p:cNvPr id="60" name="Google Shape;60;p4"/>
                <p:cNvSpPr/>
                <p:nvPr/>
              </p:nvSpPr>
              <p:spPr>
                <a:xfrm>
                  <a:off x="3806875" y="2468975"/>
                  <a:ext cx="314950" cy="306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598" h="12263" extrusionOk="0">
                      <a:moveTo>
                        <a:pt x="10257" y="1"/>
                      </a:moveTo>
                      <a:cubicBezTo>
                        <a:pt x="7167" y="1"/>
                        <a:pt x="4115" y="1426"/>
                        <a:pt x="2160" y="4124"/>
                      </a:cubicBezTo>
                      <a:cubicBezTo>
                        <a:pt x="1" y="7104"/>
                        <a:pt x="1187" y="8843"/>
                        <a:pt x="2561" y="11984"/>
                      </a:cubicBezTo>
                      <a:cubicBezTo>
                        <a:pt x="3818" y="12105"/>
                        <a:pt x="4887" y="12262"/>
                        <a:pt x="5845" y="12262"/>
                      </a:cubicBezTo>
                      <a:cubicBezTo>
                        <a:pt x="7481" y="12262"/>
                        <a:pt x="8790" y="11803"/>
                        <a:pt x="10153" y="9923"/>
                      </a:cubicBezTo>
                      <a:cubicBezTo>
                        <a:pt x="12312" y="6952"/>
                        <a:pt x="12597" y="3188"/>
                        <a:pt x="11223" y="47"/>
                      </a:cubicBezTo>
                      <a:cubicBezTo>
                        <a:pt x="10902" y="16"/>
                        <a:pt x="10579" y="1"/>
                        <a:pt x="10257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1" name="Google Shape;61;p4"/>
                <p:cNvSpPr/>
                <p:nvPr/>
              </p:nvSpPr>
              <p:spPr>
                <a:xfrm>
                  <a:off x="3822050" y="2542275"/>
                  <a:ext cx="239775" cy="285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91" h="11434" extrusionOk="0">
                      <a:moveTo>
                        <a:pt x="5317" y="1"/>
                      </a:moveTo>
                      <a:cubicBezTo>
                        <a:pt x="5235" y="1"/>
                        <a:pt x="5152" y="55"/>
                        <a:pt x="5148" y="157"/>
                      </a:cubicBezTo>
                      <a:lnTo>
                        <a:pt x="4889" y="3993"/>
                      </a:lnTo>
                      <a:lnTo>
                        <a:pt x="3337" y="6126"/>
                      </a:lnTo>
                      <a:cubicBezTo>
                        <a:pt x="3301" y="6175"/>
                        <a:pt x="3250" y="6198"/>
                        <a:pt x="3200" y="6198"/>
                      </a:cubicBezTo>
                      <a:cubicBezTo>
                        <a:pt x="3124" y="6198"/>
                        <a:pt x="3050" y="6146"/>
                        <a:pt x="3033" y="6054"/>
                      </a:cubicBezTo>
                      <a:lnTo>
                        <a:pt x="2703" y="3967"/>
                      </a:lnTo>
                      <a:cubicBezTo>
                        <a:pt x="2691" y="3873"/>
                        <a:pt x="2617" y="3828"/>
                        <a:pt x="2542" y="3828"/>
                      </a:cubicBezTo>
                      <a:cubicBezTo>
                        <a:pt x="2461" y="3828"/>
                        <a:pt x="2378" y="3882"/>
                        <a:pt x="2373" y="3984"/>
                      </a:cubicBezTo>
                      <a:lnTo>
                        <a:pt x="2115" y="7821"/>
                      </a:lnTo>
                      <a:lnTo>
                        <a:pt x="0" y="10729"/>
                      </a:lnTo>
                      <a:lnTo>
                        <a:pt x="964" y="11434"/>
                      </a:lnTo>
                      <a:lnTo>
                        <a:pt x="3078" y="8516"/>
                      </a:lnTo>
                      <a:lnTo>
                        <a:pt x="6638" y="7080"/>
                      </a:lnTo>
                      <a:cubicBezTo>
                        <a:pt x="6816" y="7012"/>
                        <a:pt x="6751" y="6757"/>
                        <a:pt x="6575" y="6757"/>
                      </a:cubicBezTo>
                      <a:cubicBezTo>
                        <a:pt x="6566" y="6757"/>
                        <a:pt x="6557" y="6758"/>
                        <a:pt x="6548" y="6759"/>
                      </a:cubicBezTo>
                      <a:lnTo>
                        <a:pt x="4461" y="7089"/>
                      </a:lnTo>
                      <a:cubicBezTo>
                        <a:pt x="4451" y="7091"/>
                        <a:pt x="4441" y="7092"/>
                        <a:pt x="4431" y="7092"/>
                      </a:cubicBezTo>
                      <a:cubicBezTo>
                        <a:pt x="4304" y="7092"/>
                        <a:pt x="4217" y="6937"/>
                        <a:pt x="4300" y="6821"/>
                      </a:cubicBezTo>
                      <a:lnTo>
                        <a:pt x="5853" y="4689"/>
                      </a:lnTo>
                      <a:lnTo>
                        <a:pt x="9412" y="3253"/>
                      </a:lnTo>
                      <a:cubicBezTo>
                        <a:pt x="9591" y="3185"/>
                        <a:pt x="9534" y="2930"/>
                        <a:pt x="9350" y="2930"/>
                      </a:cubicBezTo>
                      <a:cubicBezTo>
                        <a:pt x="9341" y="2930"/>
                        <a:pt x="9332" y="2931"/>
                        <a:pt x="9323" y="2932"/>
                      </a:cubicBezTo>
                      <a:lnTo>
                        <a:pt x="7173" y="3271"/>
                      </a:lnTo>
                      <a:cubicBezTo>
                        <a:pt x="7162" y="3273"/>
                        <a:pt x="7151" y="3274"/>
                        <a:pt x="7140" y="3274"/>
                      </a:cubicBezTo>
                      <a:cubicBezTo>
                        <a:pt x="7022" y="3274"/>
                        <a:pt x="6937" y="3144"/>
                        <a:pt x="6994" y="3030"/>
                      </a:cubicBezTo>
                      <a:lnTo>
                        <a:pt x="8261" y="648"/>
                      </a:lnTo>
                      <a:cubicBezTo>
                        <a:pt x="8326" y="518"/>
                        <a:pt x="8225" y="397"/>
                        <a:pt x="8110" y="397"/>
                      </a:cubicBezTo>
                      <a:cubicBezTo>
                        <a:pt x="8067" y="397"/>
                        <a:pt x="8023" y="413"/>
                        <a:pt x="7985" y="452"/>
                      </a:cubicBezTo>
                      <a:lnTo>
                        <a:pt x="6111" y="2388"/>
                      </a:lnTo>
                      <a:cubicBezTo>
                        <a:pt x="6077" y="2422"/>
                        <a:pt x="6033" y="2438"/>
                        <a:pt x="5991" y="2438"/>
                      </a:cubicBezTo>
                      <a:cubicBezTo>
                        <a:pt x="5912" y="2438"/>
                        <a:pt x="5837" y="2385"/>
                        <a:pt x="5826" y="2298"/>
                      </a:cubicBezTo>
                      <a:lnTo>
                        <a:pt x="5478" y="140"/>
                      </a:lnTo>
                      <a:cubicBezTo>
                        <a:pt x="5465" y="46"/>
                        <a:pt x="5391" y="1"/>
                        <a:pt x="5317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62" name="Google Shape;62;p4"/>
              <p:cNvGrpSpPr/>
              <p:nvPr/>
            </p:nvGrpSpPr>
            <p:grpSpPr>
              <a:xfrm rot="-4695396">
                <a:off x="7816540" y="4697450"/>
                <a:ext cx="607745" cy="354578"/>
                <a:chOff x="3847025" y="3304850"/>
                <a:chExt cx="402125" cy="234613"/>
              </a:xfrm>
            </p:grpSpPr>
            <p:sp>
              <p:nvSpPr>
                <p:cNvPr id="63" name="Google Shape;63;p4"/>
                <p:cNvSpPr/>
                <p:nvPr/>
              </p:nvSpPr>
              <p:spPr>
                <a:xfrm>
                  <a:off x="3907505" y="3304850"/>
                  <a:ext cx="341645" cy="2346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451" h="4430" extrusionOk="0">
                      <a:moveTo>
                        <a:pt x="3053" y="0"/>
                      </a:moveTo>
                      <a:cubicBezTo>
                        <a:pt x="2811" y="0"/>
                        <a:pt x="2566" y="20"/>
                        <a:pt x="2320" y="61"/>
                      </a:cubicBezTo>
                      <a:cubicBezTo>
                        <a:pt x="714" y="329"/>
                        <a:pt x="545" y="1248"/>
                        <a:pt x="1" y="2666"/>
                      </a:cubicBezTo>
                      <a:cubicBezTo>
                        <a:pt x="847" y="3683"/>
                        <a:pt x="1308" y="4430"/>
                        <a:pt x="2472" y="4430"/>
                      </a:cubicBezTo>
                      <a:cubicBezTo>
                        <a:pt x="2646" y="4430"/>
                        <a:pt x="2835" y="4413"/>
                        <a:pt x="3043" y="4379"/>
                      </a:cubicBezTo>
                      <a:cubicBezTo>
                        <a:pt x="4648" y="4111"/>
                        <a:pt x="5906" y="3005"/>
                        <a:pt x="6450" y="1586"/>
                      </a:cubicBezTo>
                      <a:cubicBezTo>
                        <a:pt x="5627" y="605"/>
                        <a:pt x="4388" y="0"/>
                        <a:pt x="3053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4" name="Google Shape;64;p4"/>
                <p:cNvSpPr/>
                <p:nvPr/>
              </p:nvSpPr>
              <p:spPr>
                <a:xfrm>
                  <a:off x="3847025" y="3348701"/>
                  <a:ext cx="309022" cy="1421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35" h="2684" extrusionOk="0">
                      <a:moveTo>
                        <a:pt x="4967" y="1"/>
                      </a:moveTo>
                      <a:cubicBezTo>
                        <a:pt x="4950" y="1"/>
                        <a:pt x="4932" y="6"/>
                        <a:pt x="4916" y="18"/>
                      </a:cubicBezTo>
                      <a:lnTo>
                        <a:pt x="3649" y="1151"/>
                      </a:lnTo>
                      <a:lnTo>
                        <a:pt x="2490" y="1347"/>
                      </a:lnTo>
                      <a:cubicBezTo>
                        <a:pt x="2486" y="1348"/>
                        <a:pt x="2482" y="1348"/>
                        <a:pt x="2479" y="1348"/>
                      </a:cubicBezTo>
                      <a:cubicBezTo>
                        <a:pt x="2422" y="1348"/>
                        <a:pt x="2385" y="1282"/>
                        <a:pt x="2418" y="1231"/>
                      </a:cubicBezTo>
                      <a:lnTo>
                        <a:pt x="2962" y="464"/>
                      </a:lnTo>
                      <a:cubicBezTo>
                        <a:pt x="3003" y="410"/>
                        <a:pt x="2956" y="345"/>
                        <a:pt x="2903" y="345"/>
                      </a:cubicBezTo>
                      <a:cubicBezTo>
                        <a:pt x="2887" y="345"/>
                        <a:pt x="2870" y="351"/>
                        <a:pt x="2855" y="366"/>
                      </a:cubicBezTo>
                      <a:lnTo>
                        <a:pt x="1580" y="1499"/>
                      </a:lnTo>
                      <a:lnTo>
                        <a:pt x="1" y="1758"/>
                      </a:lnTo>
                      <a:lnTo>
                        <a:pt x="90" y="2284"/>
                      </a:lnTo>
                      <a:lnTo>
                        <a:pt x="1669" y="2016"/>
                      </a:lnTo>
                      <a:lnTo>
                        <a:pt x="3239" y="2677"/>
                      </a:lnTo>
                      <a:cubicBezTo>
                        <a:pt x="3249" y="2681"/>
                        <a:pt x="3259" y="2683"/>
                        <a:pt x="3269" y="2683"/>
                      </a:cubicBezTo>
                      <a:cubicBezTo>
                        <a:pt x="3333" y="2683"/>
                        <a:pt x="3372" y="2589"/>
                        <a:pt x="3310" y="2543"/>
                      </a:cubicBezTo>
                      <a:lnTo>
                        <a:pt x="2543" y="1999"/>
                      </a:lnTo>
                      <a:cubicBezTo>
                        <a:pt x="2490" y="1963"/>
                        <a:pt x="2516" y="1874"/>
                        <a:pt x="2579" y="1865"/>
                      </a:cubicBezTo>
                      <a:lnTo>
                        <a:pt x="3730" y="1668"/>
                      </a:lnTo>
                      <a:lnTo>
                        <a:pt x="5309" y="2329"/>
                      </a:lnTo>
                      <a:cubicBezTo>
                        <a:pt x="5319" y="2333"/>
                        <a:pt x="5329" y="2335"/>
                        <a:pt x="5339" y="2335"/>
                      </a:cubicBezTo>
                      <a:cubicBezTo>
                        <a:pt x="5403" y="2335"/>
                        <a:pt x="5442" y="2241"/>
                        <a:pt x="5380" y="2195"/>
                      </a:cubicBezTo>
                      <a:lnTo>
                        <a:pt x="4595" y="1633"/>
                      </a:lnTo>
                      <a:cubicBezTo>
                        <a:pt x="4541" y="1597"/>
                        <a:pt x="4550" y="1526"/>
                        <a:pt x="4613" y="1508"/>
                      </a:cubicBezTo>
                      <a:lnTo>
                        <a:pt x="5755" y="1142"/>
                      </a:lnTo>
                      <a:cubicBezTo>
                        <a:pt x="5835" y="1115"/>
                        <a:pt x="5817" y="999"/>
                        <a:pt x="5728" y="999"/>
                      </a:cubicBezTo>
                      <a:lnTo>
                        <a:pt x="4533" y="1026"/>
                      </a:lnTo>
                      <a:cubicBezTo>
                        <a:pt x="4470" y="1026"/>
                        <a:pt x="4434" y="955"/>
                        <a:pt x="4470" y="910"/>
                      </a:cubicBezTo>
                      <a:lnTo>
                        <a:pt x="5032" y="116"/>
                      </a:lnTo>
                      <a:cubicBezTo>
                        <a:pt x="5073" y="61"/>
                        <a:pt x="5024" y="1"/>
                        <a:pt x="4967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65" name="Google Shape;65;p4"/>
            <p:cNvGrpSpPr/>
            <p:nvPr/>
          </p:nvGrpSpPr>
          <p:grpSpPr>
            <a:xfrm rot="2700000">
              <a:off x="26835" y="19254"/>
              <a:ext cx="604461" cy="749939"/>
              <a:chOff x="3450925" y="1831950"/>
              <a:chExt cx="314950" cy="390750"/>
            </a:xfrm>
          </p:grpSpPr>
          <p:sp>
            <p:nvSpPr>
              <p:cNvPr id="66" name="Google Shape;66;p4"/>
              <p:cNvSpPr/>
              <p:nvPr/>
            </p:nvSpPr>
            <p:spPr>
              <a:xfrm>
                <a:off x="3450925" y="1831950"/>
                <a:ext cx="314950" cy="306575"/>
              </a:xfrm>
              <a:custGeom>
                <a:avLst/>
                <a:gdLst/>
                <a:ahLst/>
                <a:cxnLst/>
                <a:rect l="l" t="t" r="r" b="b"/>
                <a:pathLst>
                  <a:path w="12598" h="12263" extrusionOk="0">
                    <a:moveTo>
                      <a:pt x="10257" y="1"/>
                    </a:moveTo>
                    <a:cubicBezTo>
                      <a:pt x="7167" y="1"/>
                      <a:pt x="4115" y="1426"/>
                      <a:pt x="2160" y="4124"/>
                    </a:cubicBezTo>
                    <a:cubicBezTo>
                      <a:pt x="1" y="7104"/>
                      <a:pt x="1187" y="8843"/>
                      <a:pt x="2561" y="11984"/>
                    </a:cubicBezTo>
                    <a:cubicBezTo>
                      <a:pt x="3818" y="12105"/>
                      <a:pt x="4887" y="12262"/>
                      <a:pt x="5845" y="12262"/>
                    </a:cubicBezTo>
                    <a:cubicBezTo>
                      <a:pt x="7481" y="12262"/>
                      <a:pt x="8790" y="11803"/>
                      <a:pt x="10153" y="9923"/>
                    </a:cubicBezTo>
                    <a:cubicBezTo>
                      <a:pt x="12312" y="6952"/>
                      <a:pt x="12597" y="3188"/>
                      <a:pt x="11223" y="47"/>
                    </a:cubicBezTo>
                    <a:cubicBezTo>
                      <a:pt x="10902" y="16"/>
                      <a:pt x="10579" y="1"/>
                      <a:pt x="10257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" name="Google Shape;67;p4"/>
              <p:cNvSpPr/>
              <p:nvPr/>
            </p:nvSpPr>
            <p:spPr>
              <a:xfrm>
                <a:off x="3466100" y="1905250"/>
                <a:ext cx="239775" cy="285850"/>
              </a:xfrm>
              <a:custGeom>
                <a:avLst/>
                <a:gdLst/>
                <a:ahLst/>
                <a:cxnLst/>
                <a:rect l="l" t="t" r="r" b="b"/>
                <a:pathLst>
                  <a:path w="9591" h="11434" extrusionOk="0">
                    <a:moveTo>
                      <a:pt x="5317" y="1"/>
                    </a:moveTo>
                    <a:cubicBezTo>
                      <a:pt x="5235" y="1"/>
                      <a:pt x="5152" y="55"/>
                      <a:pt x="5148" y="157"/>
                    </a:cubicBezTo>
                    <a:lnTo>
                      <a:pt x="4889" y="3993"/>
                    </a:lnTo>
                    <a:lnTo>
                      <a:pt x="3337" y="6126"/>
                    </a:lnTo>
                    <a:cubicBezTo>
                      <a:pt x="3301" y="6175"/>
                      <a:pt x="3250" y="6198"/>
                      <a:pt x="3200" y="6198"/>
                    </a:cubicBezTo>
                    <a:cubicBezTo>
                      <a:pt x="3124" y="6198"/>
                      <a:pt x="3050" y="6146"/>
                      <a:pt x="3033" y="6054"/>
                    </a:cubicBezTo>
                    <a:lnTo>
                      <a:pt x="2703" y="3967"/>
                    </a:lnTo>
                    <a:cubicBezTo>
                      <a:pt x="2691" y="3873"/>
                      <a:pt x="2617" y="3828"/>
                      <a:pt x="2542" y="3828"/>
                    </a:cubicBezTo>
                    <a:cubicBezTo>
                      <a:pt x="2461" y="3828"/>
                      <a:pt x="2378" y="3882"/>
                      <a:pt x="2373" y="3984"/>
                    </a:cubicBezTo>
                    <a:lnTo>
                      <a:pt x="2115" y="7821"/>
                    </a:lnTo>
                    <a:lnTo>
                      <a:pt x="0" y="10729"/>
                    </a:lnTo>
                    <a:lnTo>
                      <a:pt x="964" y="11434"/>
                    </a:lnTo>
                    <a:lnTo>
                      <a:pt x="3078" y="8516"/>
                    </a:lnTo>
                    <a:lnTo>
                      <a:pt x="6638" y="7080"/>
                    </a:lnTo>
                    <a:cubicBezTo>
                      <a:pt x="6816" y="7012"/>
                      <a:pt x="6751" y="6757"/>
                      <a:pt x="6575" y="6757"/>
                    </a:cubicBezTo>
                    <a:cubicBezTo>
                      <a:pt x="6566" y="6757"/>
                      <a:pt x="6557" y="6758"/>
                      <a:pt x="6548" y="6759"/>
                    </a:cubicBezTo>
                    <a:lnTo>
                      <a:pt x="4461" y="7089"/>
                    </a:lnTo>
                    <a:cubicBezTo>
                      <a:pt x="4451" y="7091"/>
                      <a:pt x="4441" y="7092"/>
                      <a:pt x="4431" y="7092"/>
                    </a:cubicBezTo>
                    <a:cubicBezTo>
                      <a:pt x="4304" y="7092"/>
                      <a:pt x="4217" y="6937"/>
                      <a:pt x="4300" y="6821"/>
                    </a:cubicBezTo>
                    <a:lnTo>
                      <a:pt x="5853" y="4689"/>
                    </a:lnTo>
                    <a:lnTo>
                      <a:pt x="9412" y="3253"/>
                    </a:lnTo>
                    <a:cubicBezTo>
                      <a:pt x="9591" y="3185"/>
                      <a:pt x="9534" y="2930"/>
                      <a:pt x="9350" y="2930"/>
                    </a:cubicBezTo>
                    <a:cubicBezTo>
                      <a:pt x="9341" y="2930"/>
                      <a:pt x="9332" y="2931"/>
                      <a:pt x="9323" y="2932"/>
                    </a:cubicBezTo>
                    <a:lnTo>
                      <a:pt x="7173" y="3271"/>
                    </a:lnTo>
                    <a:cubicBezTo>
                      <a:pt x="7162" y="3273"/>
                      <a:pt x="7151" y="3274"/>
                      <a:pt x="7140" y="3274"/>
                    </a:cubicBezTo>
                    <a:cubicBezTo>
                      <a:pt x="7022" y="3274"/>
                      <a:pt x="6937" y="3144"/>
                      <a:pt x="6994" y="3030"/>
                    </a:cubicBezTo>
                    <a:lnTo>
                      <a:pt x="8261" y="648"/>
                    </a:lnTo>
                    <a:cubicBezTo>
                      <a:pt x="8326" y="518"/>
                      <a:pt x="8225" y="397"/>
                      <a:pt x="8110" y="397"/>
                    </a:cubicBezTo>
                    <a:cubicBezTo>
                      <a:pt x="8067" y="397"/>
                      <a:pt x="8023" y="413"/>
                      <a:pt x="7985" y="452"/>
                    </a:cubicBezTo>
                    <a:lnTo>
                      <a:pt x="6111" y="2388"/>
                    </a:lnTo>
                    <a:cubicBezTo>
                      <a:pt x="6077" y="2422"/>
                      <a:pt x="6033" y="2438"/>
                      <a:pt x="5991" y="2438"/>
                    </a:cubicBezTo>
                    <a:cubicBezTo>
                      <a:pt x="5912" y="2438"/>
                      <a:pt x="5837" y="2385"/>
                      <a:pt x="5826" y="2298"/>
                    </a:cubicBezTo>
                    <a:lnTo>
                      <a:pt x="5478" y="140"/>
                    </a:lnTo>
                    <a:cubicBezTo>
                      <a:pt x="5465" y="46"/>
                      <a:pt x="5391" y="1"/>
                      <a:pt x="53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" name="Google Shape;68;p4"/>
              <p:cNvSpPr/>
              <p:nvPr/>
            </p:nvSpPr>
            <p:spPr>
              <a:xfrm>
                <a:off x="3516275" y="2111950"/>
                <a:ext cx="161275" cy="110750"/>
              </a:xfrm>
              <a:custGeom>
                <a:avLst/>
                <a:gdLst/>
                <a:ahLst/>
                <a:cxnLst/>
                <a:rect l="l" t="t" r="r" b="b"/>
                <a:pathLst>
                  <a:path w="6451" h="4430" extrusionOk="0">
                    <a:moveTo>
                      <a:pt x="3053" y="0"/>
                    </a:moveTo>
                    <a:cubicBezTo>
                      <a:pt x="2811" y="0"/>
                      <a:pt x="2566" y="20"/>
                      <a:pt x="2320" y="61"/>
                    </a:cubicBezTo>
                    <a:cubicBezTo>
                      <a:pt x="714" y="329"/>
                      <a:pt x="545" y="1248"/>
                      <a:pt x="1" y="2666"/>
                    </a:cubicBezTo>
                    <a:cubicBezTo>
                      <a:pt x="847" y="3683"/>
                      <a:pt x="1308" y="4430"/>
                      <a:pt x="2472" y="4430"/>
                    </a:cubicBezTo>
                    <a:cubicBezTo>
                      <a:pt x="2646" y="4430"/>
                      <a:pt x="2835" y="4413"/>
                      <a:pt x="3043" y="4379"/>
                    </a:cubicBezTo>
                    <a:cubicBezTo>
                      <a:pt x="4648" y="4111"/>
                      <a:pt x="5906" y="3005"/>
                      <a:pt x="6450" y="1586"/>
                    </a:cubicBezTo>
                    <a:cubicBezTo>
                      <a:pt x="5627" y="605"/>
                      <a:pt x="4388" y="0"/>
                      <a:pt x="3053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" name="Google Shape;69;p4"/>
              <p:cNvSpPr/>
              <p:nvPr/>
            </p:nvSpPr>
            <p:spPr>
              <a:xfrm>
                <a:off x="3487725" y="2132650"/>
                <a:ext cx="145875" cy="67100"/>
              </a:xfrm>
              <a:custGeom>
                <a:avLst/>
                <a:gdLst/>
                <a:ahLst/>
                <a:cxnLst/>
                <a:rect l="l" t="t" r="r" b="b"/>
                <a:pathLst>
                  <a:path w="5835" h="2684" extrusionOk="0">
                    <a:moveTo>
                      <a:pt x="4967" y="1"/>
                    </a:moveTo>
                    <a:cubicBezTo>
                      <a:pt x="4950" y="1"/>
                      <a:pt x="4932" y="6"/>
                      <a:pt x="4916" y="18"/>
                    </a:cubicBezTo>
                    <a:lnTo>
                      <a:pt x="3649" y="1151"/>
                    </a:lnTo>
                    <a:lnTo>
                      <a:pt x="2490" y="1347"/>
                    </a:lnTo>
                    <a:cubicBezTo>
                      <a:pt x="2486" y="1348"/>
                      <a:pt x="2482" y="1348"/>
                      <a:pt x="2479" y="1348"/>
                    </a:cubicBezTo>
                    <a:cubicBezTo>
                      <a:pt x="2422" y="1348"/>
                      <a:pt x="2385" y="1282"/>
                      <a:pt x="2418" y="1231"/>
                    </a:cubicBezTo>
                    <a:lnTo>
                      <a:pt x="2962" y="464"/>
                    </a:lnTo>
                    <a:cubicBezTo>
                      <a:pt x="3003" y="410"/>
                      <a:pt x="2956" y="345"/>
                      <a:pt x="2903" y="345"/>
                    </a:cubicBezTo>
                    <a:cubicBezTo>
                      <a:pt x="2887" y="345"/>
                      <a:pt x="2870" y="351"/>
                      <a:pt x="2855" y="366"/>
                    </a:cubicBezTo>
                    <a:lnTo>
                      <a:pt x="1580" y="1499"/>
                    </a:lnTo>
                    <a:lnTo>
                      <a:pt x="1" y="1758"/>
                    </a:lnTo>
                    <a:lnTo>
                      <a:pt x="90" y="2284"/>
                    </a:lnTo>
                    <a:lnTo>
                      <a:pt x="1669" y="2016"/>
                    </a:lnTo>
                    <a:lnTo>
                      <a:pt x="3239" y="2677"/>
                    </a:lnTo>
                    <a:cubicBezTo>
                      <a:pt x="3249" y="2681"/>
                      <a:pt x="3259" y="2683"/>
                      <a:pt x="3269" y="2683"/>
                    </a:cubicBezTo>
                    <a:cubicBezTo>
                      <a:pt x="3333" y="2683"/>
                      <a:pt x="3372" y="2589"/>
                      <a:pt x="3310" y="2543"/>
                    </a:cubicBezTo>
                    <a:lnTo>
                      <a:pt x="2543" y="1999"/>
                    </a:lnTo>
                    <a:cubicBezTo>
                      <a:pt x="2490" y="1963"/>
                      <a:pt x="2516" y="1874"/>
                      <a:pt x="2579" y="1865"/>
                    </a:cubicBezTo>
                    <a:lnTo>
                      <a:pt x="3730" y="1668"/>
                    </a:lnTo>
                    <a:lnTo>
                      <a:pt x="5309" y="2329"/>
                    </a:lnTo>
                    <a:cubicBezTo>
                      <a:pt x="5319" y="2333"/>
                      <a:pt x="5329" y="2335"/>
                      <a:pt x="5339" y="2335"/>
                    </a:cubicBezTo>
                    <a:cubicBezTo>
                      <a:pt x="5403" y="2335"/>
                      <a:pt x="5442" y="2241"/>
                      <a:pt x="5380" y="2195"/>
                    </a:cubicBezTo>
                    <a:lnTo>
                      <a:pt x="4595" y="1633"/>
                    </a:lnTo>
                    <a:cubicBezTo>
                      <a:pt x="4541" y="1597"/>
                      <a:pt x="4550" y="1526"/>
                      <a:pt x="4613" y="1508"/>
                    </a:cubicBezTo>
                    <a:lnTo>
                      <a:pt x="5755" y="1142"/>
                    </a:lnTo>
                    <a:cubicBezTo>
                      <a:pt x="5835" y="1115"/>
                      <a:pt x="5817" y="999"/>
                      <a:pt x="5728" y="999"/>
                    </a:cubicBezTo>
                    <a:lnTo>
                      <a:pt x="4533" y="1026"/>
                    </a:lnTo>
                    <a:cubicBezTo>
                      <a:pt x="4470" y="1026"/>
                      <a:pt x="4434" y="955"/>
                      <a:pt x="4470" y="910"/>
                    </a:cubicBezTo>
                    <a:lnTo>
                      <a:pt x="5032" y="116"/>
                    </a:lnTo>
                    <a:cubicBezTo>
                      <a:pt x="5073" y="61"/>
                      <a:pt x="5024" y="1"/>
                      <a:pt x="496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Google Shape;122;p8"/>
          <p:cNvPicPr preferRelativeResize="0"/>
          <p:nvPr/>
        </p:nvPicPr>
        <p:blipFill>
          <a:blip r:embed="rId2">
            <a:alphaModFix amt="70000"/>
          </a:blip>
          <a:stretch>
            <a:fillRect/>
          </a:stretch>
        </p:blipFill>
        <p:spPr>
          <a:xfrm>
            <a:off x="0" y="-5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8"/>
          <p:cNvSpPr txBox="1">
            <a:spLocks noGrp="1"/>
          </p:cNvSpPr>
          <p:nvPr>
            <p:ph type="title"/>
          </p:nvPr>
        </p:nvSpPr>
        <p:spPr>
          <a:xfrm>
            <a:off x="713225" y="1533075"/>
            <a:ext cx="4473000" cy="20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124" name="Google Shape;124;p8"/>
          <p:cNvSpPr>
            <a:spLocks noGrp="1"/>
          </p:cNvSpPr>
          <p:nvPr>
            <p:ph type="pic" idx="2"/>
          </p:nvPr>
        </p:nvSpPr>
        <p:spPr>
          <a:xfrm>
            <a:off x="5388475" y="603050"/>
            <a:ext cx="3042300" cy="3937200"/>
          </a:xfrm>
          <a:prstGeom prst="rect">
            <a:avLst/>
          </a:prstGeom>
          <a:noFill/>
          <a:ln>
            <a:noFill/>
          </a:ln>
          <a:effectLst>
            <a:outerShdw blurRad="200025" algn="bl" rotWithShape="0">
              <a:schemeClr val="accent1">
                <a:alpha val="70000"/>
              </a:schemeClr>
            </a:outerShdw>
          </a:effectLst>
        </p:spPr>
      </p:sp>
      <p:grpSp>
        <p:nvGrpSpPr>
          <p:cNvPr id="125" name="Google Shape;125;p8"/>
          <p:cNvGrpSpPr/>
          <p:nvPr/>
        </p:nvGrpSpPr>
        <p:grpSpPr>
          <a:xfrm>
            <a:off x="-149787" y="-84629"/>
            <a:ext cx="9382770" cy="5377907"/>
            <a:chOff x="-149787" y="-84629"/>
            <a:chExt cx="9382770" cy="5377907"/>
          </a:xfrm>
        </p:grpSpPr>
        <p:grpSp>
          <p:nvGrpSpPr>
            <p:cNvPr id="126" name="Google Shape;126;p8"/>
            <p:cNvGrpSpPr/>
            <p:nvPr/>
          </p:nvGrpSpPr>
          <p:grpSpPr>
            <a:xfrm rot="-5400000">
              <a:off x="8350688" y="2727972"/>
              <a:ext cx="1075310" cy="689281"/>
              <a:chOff x="7884988" y="4530097"/>
              <a:chExt cx="1075310" cy="689281"/>
            </a:xfrm>
          </p:grpSpPr>
          <p:grpSp>
            <p:nvGrpSpPr>
              <p:cNvPr id="127" name="Google Shape;127;p8"/>
              <p:cNvGrpSpPr/>
              <p:nvPr/>
            </p:nvGrpSpPr>
            <p:grpSpPr>
              <a:xfrm>
                <a:off x="8355846" y="4530097"/>
                <a:ext cx="604452" cy="689281"/>
                <a:chOff x="3806875" y="2468975"/>
                <a:chExt cx="314950" cy="359150"/>
              </a:xfrm>
            </p:grpSpPr>
            <p:sp>
              <p:nvSpPr>
                <p:cNvPr id="128" name="Google Shape;128;p8"/>
                <p:cNvSpPr/>
                <p:nvPr/>
              </p:nvSpPr>
              <p:spPr>
                <a:xfrm>
                  <a:off x="3806875" y="2468975"/>
                  <a:ext cx="314950" cy="306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598" h="12263" extrusionOk="0">
                      <a:moveTo>
                        <a:pt x="10257" y="1"/>
                      </a:moveTo>
                      <a:cubicBezTo>
                        <a:pt x="7167" y="1"/>
                        <a:pt x="4115" y="1426"/>
                        <a:pt x="2160" y="4124"/>
                      </a:cubicBezTo>
                      <a:cubicBezTo>
                        <a:pt x="1" y="7104"/>
                        <a:pt x="1187" y="8843"/>
                        <a:pt x="2561" y="11984"/>
                      </a:cubicBezTo>
                      <a:cubicBezTo>
                        <a:pt x="3818" y="12105"/>
                        <a:pt x="4887" y="12262"/>
                        <a:pt x="5845" y="12262"/>
                      </a:cubicBezTo>
                      <a:cubicBezTo>
                        <a:pt x="7481" y="12262"/>
                        <a:pt x="8790" y="11803"/>
                        <a:pt x="10153" y="9923"/>
                      </a:cubicBezTo>
                      <a:cubicBezTo>
                        <a:pt x="12312" y="6952"/>
                        <a:pt x="12597" y="3188"/>
                        <a:pt x="11223" y="47"/>
                      </a:cubicBezTo>
                      <a:cubicBezTo>
                        <a:pt x="10902" y="16"/>
                        <a:pt x="10579" y="1"/>
                        <a:pt x="10257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9" name="Google Shape;129;p8"/>
                <p:cNvSpPr/>
                <p:nvPr/>
              </p:nvSpPr>
              <p:spPr>
                <a:xfrm>
                  <a:off x="3822050" y="2542275"/>
                  <a:ext cx="239775" cy="285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91" h="11434" extrusionOk="0">
                      <a:moveTo>
                        <a:pt x="5317" y="1"/>
                      </a:moveTo>
                      <a:cubicBezTo>
                        <a:pt x="5235" y="1"/>
                        <a:pt x="5152" y="55"/>
                        <a:pt x="5148" y="157"/>
                      </a:cubicBezTo>
                      <a:lnTo>
                        <a:pt x="4889" y="3993"/>
                      </a:lnTo>
                      <a:lnTo>
                        <a:pt x="3337" y="6126"/>
                      </a:lnTo>
                      <a:cubicBezTo>
                        <a:pt x="3301" y="6175"/>
                        <a:pt x="3250" y="6198"/>
                        <a:pt x="3200" y="6198"/>
                      </a:cubicBezTo>
                      <a:cubicBezTo>
                        <a:pt x="3124" y="6198"/>
                        <a:pt x="3050" y="6146"/>
                        <a:pt x="3033" y="6054"/>
                      </a:cubicBezTo>
                      <a:lnTo>
                        <a:pt x="2703" y="3967"/>
                      </a:lnTo>
                      <a:cubicBezTo>
                        <a:pt x="2691" y="3873"/>
                        <a:pt x="2617" y="3828"/>
                        <a:pt x="2542" y="3828"/>
                      </a:cubicBezTo>
                      <a:cubicBezTo>
                        <a:pt x="2461" y="3828"/>
                        <a:pt x="2378" y="3882"/>
                        <a:pt x="2373" y="3984"/>
                      </a:cubicBezTo>
                      <a:lnTo>
                        <a:pt x="2115" y="7821"/>
                      </a:lnTo>
                      <a:lnTo>
                        <a:pt x="0" y="10729"/>
                      </a:lnTo>
                      <a:lnTo>
                        <a:pt x="964" y="11434"/>
                      </a:lnTo>
                      <a:lnTo>
                        <a:pt x="3078" y="8516"/>
                      </a:lnTo>
                      <a:lnTo>
                        <a:pt x="6638" y="7080"/>
                      </a:lnTo>
                      <a:cubicBezTo>
                        <a:pt x="6816" y="7012"/>
                        <a:pt x="6751" y="6757"/>
                        <a:pt x="6575" y="6757"/>
                      </a:cubicBezTo>
                      <a:cubicBezTo>
                        <a:pt x="6566" y="6757"/>
                        <a:pt x="6557" y="6758"/>
                        <a:pt x="6548" y="6759"/>
                      </a:cubicBezTo>
                      <a:lnTo>
                        <a:pt x="4461" y="7089"/>
                      </a:lnTo>
                      <a:cubicBezTo>
                        <a:pt x="4451" y="7091"/>
                        <a:pt x="4441" y="7092"/>
                        <a:pt x="4431" y="7092"/>
                      </a:cubicBezTo>
                      <a:cubicBezTo>
                        <a:pt x="4304" y="7092"/>
                        <a:pt x="4217" y="6937"/>
                        <a:pt x="4300" y="6821"/>
                      </a:cubicBezTo>
                      <a:lnTo>
                        <a:pt x="5853" y="4689"/>
                      </a:lnTo>
                      <a:lnTo>
                        <a:pt x="9412" y="3253"/>
                      </a:lnTo>
                      <a:cubicBezTo>
                        <a:pt x="9591" y="3185"/>
                        <a:pt x="9534" y="2930"/>
                        <a:pt x="9350" y="2930"/>
                      </a:cubicBezTo>
                      <a:cubicBezTo>
                        <a:pt x="9341" y="2930"/>
                        <a:pt x="9332" y="2931"/>
                        <a:pt x="9323" y="2932"/>
                      </a:cubicBezTo>
                      <a:lnTo>
                        <a:pt x="7173" y="3271"/>
                      </a:lnTo>
                      <a:cubicBezTo>
                        <a:pt x="7162" y="3273"/>
                        <a:pt x="7151" y="3274"/>
                        <a:pt x="7140" y="3274"/>
                      </a:cubicBezTo>
                      <a:cubicBezTo>
                        <a:pt x="7022" y="3274"/>
                        <a:pt x="6937" y="3144"/>
                        <a:pt x="6994" y="3030"/>
                      </a:cubicBezTo>
                      <a:lnTo>
                        <a:pt x="8261" y="648"/>
                      </a:lnTo>
                      <a:cubicBezTo>
                        <a:pt x="8326" y="518"/>
                        <a:pt x="8225" y="397"/>
                        <a:pt x="8110" y="397"/>
                      </a:cubicBezTo>
                      <a:cubicBezTo>
                        <a:pt x="8067" y="397"/>
                        <a:pt x="8023" y="413"/>
                        <a:pt x="7985" y="452"/>
                      </a:cubicBezTo>
                      <a:lnTo>
                        <a:pt x="6111" y="2388"/>
                      </a:lnTo>
                      <a:cubicBezTo>
                        <a:pt x="6077" y="2422"/>
                        <a:pt x="6033" y="2438"/>
                        <a:pt x="5991" y="2438"/>
                      </a:cubicBezTo>
                      <a:cubicBezTo>
                        <a:pt x="5912" y="2438"/>
                        <a:pt x="5837" y="2385"/>
                        <a:pt x="5826" y="2298"/>
                      </a:cubicBezTo>
                      <a:lnTo>
                        <a:pt x="5478" y="140"/>
                      </a:lnTo>
                      <a:cubicBezTo>
                        <a:pt x="5465" y="46"/>
                        <a:pt x="5391" y="1"/>
                        <a:pt x="5317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30" name="Google Shape;130;p8"/>
              <p:cNvGrpSpPr/>
              <p:nvPr/>
            </p:nvGrpSpPr>
            <p:grpSpPr>
              <a:xfrm rot="-4695396">
                <a:off x="7816540" y="4697450"/>
                <a:ext cx="607745" cy="354578"/>
                <a:chOff x="3847025" y="3304850"/>
                <a:chExt cx="402125" cy="234613"/>
              </a:xfrm>
            </p:grpSpPr>
            <p:sp>
              <p:nvSpPr>
                <p:cNvPr id="131" name="Google Shape;131;p8"/>
                <p:cNvSpPr/>
                <p:nvPr/>
              </p:nvSpPr>
              <p:spPr>
                <a:xfrm>
                  <a:off x="3907505" y="3304850"/>
                  <a:ext cx="341645" cy="2346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451" h="4430" extrusionOk="0">
                      <a:moveTo>
                        <a:pt x="3053" y="0"/>
                      </a:moveTo>
                      <a:cubicBezTo>
                        <a:pt x="2811" y="0"/>
                        <a:pt x="2566" y="20"/>
                        <a:pt x="2320" y="61"/>
                      </a:cubicBezTo>
                      <a:cubicBezTo>
                        <a:pt x="714" y="329"/>
                        <a:pt x="545" y="1248"/>
                        <a:pt x="1" y="2666"/>
                      </a:cubicBezTo>
                      <a:cubicBezTo>
                        <a:pt x="847" y="3683"/>
                        <a:pt x="1308" y="4430"/>
                        <a:pt x="2472" y="4430"/>
                      </a:cubicBezTo>
                      <a:cubicBezTo>
                        <a:pt x="2646" y="4430"/>
                        <a:pt x="2835" y="4413"/>
                        <a:pt x="3043" y="4379"/>
                      </a:cubicBezTo>
                      <a:cubicBezTo>
                        <a:pt x="4648" y="4111"/>
                        <a:pt x="5906" y="3005"/>
                        <a:pt x="6450" y="1586"/>
                      </a:cubicBezTo>
                      <a:cubicBezTo>
                        <a:pt x="5627" y="605"/>
                        <a:pt x="4388" y="0"/>
                        <a:pt x="3053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2" name="Google Shape;132;p8"/>
                <p:cNvSpPr/>
                <p:nvPr/>
              </p:nvSpPr>
              <p:spPr>
                <a:xfrm>
                  <a:off x="3847025" y="3348701"/>
                  <a:ext cx="309022" cy="1421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35" h="2684" extrusionOk="0">
                      <a:moveTo>
                        <a:pt x="4967" y="1"/>
                      </a:moveTo>
                      <a:cubicBezTo>
                        <a:pt x="4950" y="1"/>
                        <a:pt x="4932" y="6"/>
                        <a:pt x="4916" y="18"/>
                      </a:cubicBezTo>
                      <a:lnTo>
                        <a:pt x="3649" y="1151"/>
                      </a:lnTo>
                      <a:lnTo>
                        <a:pt x="2490" y="1347"/>
                      </a:lnTo>
                      <a:cubicBezTo>
                        <a:pt x="2486" y="1348"/>
                        <a:pt x="2482" y="1348"/>
                        <a:pt x="2479" y="1348"/>
                      </a:cubicBezTo>
                      <a:cubicBezTo>
                        <a:pt x="2422" y="1348"/>
                        <a:pt x="2385" y="1282"/>
                        <a:pt x="2418" y="1231"/>
                      </a:cubicBezTo>
                      <a:lnTo>
                        <a:pt x="2962" y="464"/>
                      </a:lnTo>
                      <a:cubicBezTo>
                        <a:pt x="3003" y="410"/>
                        <a:pt x="2956" y="345"/>
                        <a:pt x="2903" y="345"/>
                      </a:cubicBezTo>
                      <a:cubicBezTo>
                        <a:pt x="2887" y="345"/>
                        <a:pt x="2870" y="351"/>
                        <a:pt x="2855" y="366"/>
                      </a:cubicBezTo>
                      <a:lnTo>
                        <a:pt x="1580" y="1499"/>
                      </a:lnTo>
                      <a:lnTo>
                        <a:pt x="1" y="1758"/>
                      </a:lnTo>
                      <a:lnTo>
                        <a:pt x="90" y="2284"/>
                      </a:lnTo>
                      <a:lnTo>
                        <a:pt x="1669" y="2016"/>
                      </a:lnTo>
                      <a:lnTo>
                        <a:pt x="3239" y="2677"/>
                      </a:lnTo>
                      <a:cubicBezTo>
                        <a:pt x="3249" y="2681"/>
                        <a:pt x="3259" y="2683"/>
                        <a:pt x="3269" y="2683"/>
                      </a:cubicBezTo>
                      <a:cubicBezTo>
                        <a:pt x="3333" y="2683"/>
                        <a:pt x="3372" y="2589"/>
                        <a:pt x="3310" y="2543"/>
                      </a:cubicBezTo>
                      <a:lnTo>
                        <a:pt x="2543" y="1999"/>
                      </a:lnTo>
                      <a:cubicBezTo>
                        <a:pt x="2490" y="1963"/>
                        <a:pt x="2516" y="1874"/>
                        <a:pt x="2579" y="1865"/>
                      </a:cubicBezTo>
                      <a:lnTo>
                        <a:pt x="3730" y="1668"/>
                      </a:lnTo>
                      <a:lnTo>
                        <a:pt x="5309" y="2329"/>
                      </a:lnTo>
                      <a:cubicBezTo>
                        <a:pt x="5319" y="2333"/>
                        <a:pt x="5329" y="2335"/>
                        <a:pt x="5339" y="2335"/>
                      </a:cubicBezTo>
                      <a:cubicBezTo>
                        <a:pt x="5403" y="2335"/>
                        <a:pt x="5442" y="2241"/>
                        <a:pt x="5380" y="2195"/>
                      </a:cubicBezTo>
                      <a:lnTo>
                        <a:pt x="4595" y="1633"/>
                      </a:lnTo>
                      <a:cubicBezTo>
                        <a:pt x="4541" y="1597"/>
                        <a:pt x="4550" y="1526"/>
                        <a:pt x="4613" y="1508"/>
                      </a:cubicBezTo>
                      <a:lnTo>
                        <a:pt x="5755" y="1142"/>
                      </a:lnTo>
                      <a:cubicBezTo>
                        <a:pt x="5835" y="1115"/>
                        <a:pt x="5817" y="999"/>
                        <a:pt x="5728" y="999"/>
                      </a:cubicBezTo>
                      <a:lnTo>
                        <a:pt x="4533" y="1026"/>
                      </a:lnTo>
                      <a:cubicBezTo>
                        <a:pt x="4470" y="1026"/>
                        <a:pt x="4434" y="955"/>
                        <a:pt x="4470" y="910"/>
                      </a:cubicBezTo>
                      <a:lnTo>
                        <a:pt x="5032" y="116"/>
                      </a:lnTo>
                      <a:cubicBezTo>
                        <a:pt x="5073" y="61"/>
                        <a:pt x="5024" y="1"/>
                        <a:pt x="4967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133" name="Google Shape;133;p8"/>
            <p:cNvGrpSpPr/>
            <p:nvPr/>
          </p:nvGrpSpPr>
          <p:grpSpPr>
            <a:xfrm rot="2700000">
              <a:off x="26835" y="19254"/>
              <a:ext cx="604461" cy="749939"/>
              <a:chOff x="3450925" y="1831950"/>
              <a:chExt cx="314950" cy="390750"/>
            </a:xfrm>
          </p:grpSpPr>
          <p:sp>
            <p:nvSpPr>
              <p:cNvPr id="134" name="Google Shape;134;p8"/>
              <p:cNvSpPr/>
              <p:nvPr/>
            </p:nvSpPr>
            <p:spPr>
              <a:xfrm>
                <a:off x="3450925" y="1831950"/>
                <a:ext cx="314950" cy="306575"/>
              </a:xfrm>
              <a:custGeom>
                <a:avLst/>
                <a:gdLst/>
                <a:ahLst/>
                <a:cxnLst/>
                <a:rect l="l" t="t" r="r" b="b"/>
                <a:pathLst>
                  <a:path w="12598" h="12263" extrusionOk="0">
                    <a:moveTo>
                      <a:pt x="10257" y="1"/>
                    </a:moveTo>
                    <a:cubicBezTo>
                      <a:pt x="7167" y="1"/>
                      <a:pt x="4115" y="1426"/>
                      <a:pt x="2160" y="4124"/>
                    </a:cubicBezTo>
                    <a:cubicBezTo>
                      <a:pt x="1" y="7104"/>
                      <a:pt x="1187" y="8843"/>
                      <a:pt x="2561" y="11984"/>
                    </a:cubicBezTo>
                    <a:cubicBezTo>
                      <a:pt x="3818" y="12105"/>
                      <a:pt x="4887" y="12262"/>
                      <a:pt x="5845" y="12262"/>
                    </a:cubicBezTo>
                    <a:cubicBezTo>
                      <a:pt x="7481" y="12262"/>
                      <a:pt x="8790" y="11803"/>
                      <a:pt x="10153" y="9923"/>
                    </a:cubicBezTo>
                    <a:cubicBezTo>
                      <a:pt x="12312" y="6952"/>
                      <a:pt x="12597" y="3188"/>
                      <a:pt x="11223" y="47"/>
                    </a:cubicBezTo>
                    <a:cubicBezTo>
                      <a:pt x="10902" y="16"/>
                      <a:pt x="10579" y="1"/>
                      <a:pt x="10257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" name="Google Shape;135;p8"/>
              <p:cNvSpPr/>
              <p:nvPr/>
            </p:nvSpPr>
            <p:spPr>
              <a:xfrm>
                <a:off x="3466100" y="1905250"/>
                <a:ext cx="239775" cy="285850"/>
              </a:xfrm>
              <a:custGeom>
                <a:avLst/>
                <a:gdLst/>
                <a:ahLst/>
                <a:cxnLst/>
                <a:rect l="l" t="t" r="r" b="b"/>
                <a:pathLst>
                  <a:path w="9591" h="11434" extrusionOk="0">
                    <a:moveTo>
                      <a:pt x="5317" y="1"/>
                    </a:moveTo>
                    <a:cubicBezTo>
                      <a:pt x="5235" y="1"/>
                      <a:pt x="5152" y="55"/>
                      <a:pt x="5148" y="157"/>
                    </a:cubicBezTo>
                    <a:lnTo>
                      <a:pt x="4889" y="3993"/>
                    </a:lnTo>
                    <a:lnTo>
                      <a:pt x="3337" y="6126"/>
                    </a:lnTo>
                    <a:cubicBezTo>
                      <a:pt x="3301" y="6175"/>
                      <a:pt x="3250" y="6198"/>
                      <a:pt x="3200" y="6198"/>
                    </a:cubicBezTo>
                    <a:cubicBezTo>
                      <a:pt x="3124" y="6198"/>
                      <a:pt x="3050" y="6146"/>
                      <a:pt x="3033" y="6054"/>
                    </a:cubicBezTo>
                    <a:lnTo>
                      <a:pt x="2703" y="3967"/>
                    </a:lnTo>
                    <a:cubicBezTo>
                      <a:pt x="2691" y="3873"/>
                      <a:pt x="2617" y="3828"/>
                      <a:pt x="2542" y="3828"/>
                    </a:cubicBezTo>
                    <a:cubicBezTo>
                      <a:pt x="2461" y="3828"/>
                      <a:pt x="2378" y="3882"/>
                      <a:pt x="2373" y="3984"/>
                    </a:cubicBezTo>
                    <a:lnTo>
                      <a:pt x="2115" y="7821"/>
                    </a:lnTo>
                    <a:lnTo>
                      <a:pt x="0" y="10729"/>
                    </a:lnTo>
                    <a:lnTo>
                      <a:pt x="964" y="11434"/>
                    </a:lnTo>
                    <a:lnTo>
                      <a:pt x="3078" y="8516"/>
                    </a:lnTo>
                    <a:lnTo>
                      <a:pt x="6638" y="7080"/>
                    </a:lnTo>
                    <a:cubicBezTo>
                      <a:pt x="6816" y="7012"/>
                      <a:pt x="6751" y="6757"/>
                      <a:pt x="6575" y="6757"/>
                    </a:cubicBezTo>
                    <a:cubicBezTo>
                      <a:pt x="6566" y="6757"/>
                      <a:pt x="6557" y="6758"/>
                      <a:pt x="6548" y="6759"/>
                    </a:cubicBezTo>
                    <a:lnTo>
                      <a:pt x="4461" y="7089"/>
                    </a:lnTo>
                    <a:cubicBezTo>
                      <a:pt x="4451" y="7091"/>
                      <a:pt x="4441" y="7092"/>
                      <a:pt x="4431" y="7092"/>
                    </a:cubicBezTo>
                    <a:cubicBezTo>
                      <a:pt x="4304" y="7092"/>
                      <a:pt x="4217" y="6937"/>
                      <a:pt x="4300" y="6821"/>
                    </a:cubicBezTo>
                    <a:lnTo>
                      <a:pt x="5853" y="4689"/>
                    </a:lnTo>
                    <a:lnTo>
                      <a:pt x="9412" y="3253"/>
                    </a:lnTo>
                    <a:cubicBezTo>
                      <a:pt x="9591" y="3185"/>
                      <a:pt x="9534" y="2930"/>
                      <a:pt x="9350" y="2930"/>
                    </a:cubicBezTo>
                    <a:cubicBezTo>
                      <a:pt x="9341" y="2930"/>
                      <a:pt x="9332" y="2931"/>
                      <a:pt x="9323" y="2932"/>
                    </a:cubicBezTo>
                    <a:lnTo>
                      <a:pt x="7173" y="3271"/>
                    </a:lnTo>
                    <a:cubicBezTo>
                      <a:pt x="7162" y="3273"/>
                      <a:pt x="7151" y="3274"/>
                      <a:pt x="7140" y="3274"/>
                    </a:cubicBezTo>
                    <a:cubicBezTo>
                      <a:pt x="7022" y="3274"/>
                      <a:pt x="6937" y="3144"/>
                      <a:pt x="6994" y="3030"/>
                    </a:cubicBezTo>
                    <a:lnTo>
                      <a:pt x="8261" y="648"/>
                    </a:lnTo>
                    <a:cubicBezTo>
                      <a:pt x="8326" y="518"/>
                      <a:pt x="8225" y="397"/>
                      <a:pt x="8110" y="397"/>
                    </a:cubicBezTo>
                    <a:cubicBezTo>
                      <a:pt x="8067" y="397"/>
                      <a:pt x="8023" y="413"/>
                      <a:pt x="7985" y="452"/>
                    </a:cubicBezTo>
                    <a:lnTo>
                      <a:pt x="6111" y="2388"/>
                    </a:lnTo>
                    <a:cubicBezTo>
                      <a:pt x="6077" y="2422"/>
                      <a:pt x="6033" y="2438"/>
                      <a:pt x="5991" y="2438"/>
                    </a:cubicBezTo>
                    <a:cubicBezTo>
                      <a:pt x="5912" y="2438"/>
                      <a:pt x="5837" y="2385"/>
                      <a:pt x="5826" y="2298"/>
                    </a:cubicBezTo>
                    <a:lnTo>
                      <a:pt x="5478" y="140"/>
                    </a:lnTo>
                    <a:cubicBezTo>
                      <a:pt x="5465" y="46"/>
                      <a:pt x="5391" y="1"/>
                      <a:pt x="53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" name="Google Shape;136;p8"/>
              <p:cNvSpPr/>
              <p:nvPr/>
            </p:nvSpPr>
            <p:spPr>
              <a:xfrm>
                <a:off x="3516275" y="2111950"/>
                <a:ext cx="161275" cy="110750"/>
              </a:xfrm>
              <a:custGeom>
                <a:avLst/>
                <a:gdLst/>
                <a:ahLst/>
                <a:cxnLst/>
                <a:rect l="l" t="t" r="r" b="b"/>
                <a:pathLst>
                  <a:path w="6451" h="4430" extrusionOk="0">
                    <a:moveTo>
                      <a:pt x="3053" y="0"/>
                    </a:moveTo>
                    <a:cubicBezTo>
                      <a:pt x="2811" y="0"/>
                      <a:pt x="2566" y="20"/>
                      <a:pt x="2320" y="61"/>
                    </a:cubicBezTo>
                    <a:cubicBezTo>
                      <a:pt x="714" y="329"/>
                      <a:pt x="545" y="1248"/>
                      <a:pt x="1" y="2666"/>
                    </a:cubicBezTo>
                    <a:cubicBezTo>
                      <a:pt x="847" y="3683"/>
                      <a:pt x="1308" y="4430"/>
                      <a:pt x="2472" y="4430"/>
                    </a:cubicBezTo>
                    <a:cubicBezTo>
                      <a:pt x="2646" y="4430"/>
                      <a:pt x="2835" y="4413"/>
                      <a:pt x="3043" y="4379"/>
                    </a:cubicBezTo>
                    <a:cubicBezTo>
                      <a:pt x="4648" y="4111"/>
                      <a:pt x="5906" y="3005"/>
                      <a:pt x="6450" y="1586"/>
                    </a:cubicBezTo>
                    <a:cubicBezTo>
                      <a:pt x="5627" y="605"/>
                      <a:pt x="4388" y="0"/>
                      <a:pt x="3053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" name="Google Shape;137;p8"/>
              <p:cNvSpPr/>
              <p:nvPr/>
            </p:nvSpPr>
            <p:spPr>
              <a:xfrm>
                <a:off x="3487725" y="2132650"/>
                <a:ext cx="145875" cy="67100"/>
              </a:xfrm>
              <a:custGeom>
                <a:avLst/>
                <a:gdLst/>
                <a:ahLst/>
                <a:cxnLst/>
                <a:rect l="l" t="t" r="r" b="b"/>
                <a:pathLst>
                  <a:path w="5835" h="2684" extrusionOk="0">
                    <a:moveTo>
                      <a:pt x="4967" y="1"/>
                    </a:moveTo>
                    <a:cubicBezTo>
                      <a:pt x="4950" y="1"/>
                      <a:pt x="4932" y="6"/>
                      <a:pt x="4916" y="18"/>
                    </a:cubicBezTo>
                    <a:lnTo>
                      <a:pt x="3649" y="1151"/>
                    </a:lnTo>
                    <a:lnTo>
                      <a:pt x="2490" y="1347"/>
                    </a:lnTo>
                    <a:cubicBezTo>
                      <a:pt x="2486" y="1348"/>
                      <a:pt x="2482" y="1348"/>
                      <a:pt x="2479" y="1348"/>
                    </a:cubicBezTo>
                    <a:cubicBezTo>
                      <a:pt x="2422" y="1348"/>
                      <a:pt x="2385" y="1282"/>
                      <a:pt x="2418" y="1231"/>
                    </a:cubicBezTo>
                    <a:lnTo>
                      <a:pt x="2962" y="464"/>
                    </a:lnTo>
                    <a:cubicBezTo>
                      <a:pt x="3003" y="410"/>
                      <a:pt x="2956" y="345"/>
                      <a:pt x="2903" y="345"/>
                    </a:cubicBezTo>
                    <a:cubicBezTo>
                      <a:pt x="2887" y="345"/>
                      <a:pt x="2870" y="351"/>
                      <a:pt x="2855" y="366"/>
                    </a:cubicBezTo>
                    <a:lnTo>
                      <a:pt x="1580" y="1499"/>
                    </a:lnTo>
                    <a:lnTo>
                      <a:pt x="1" y="1758"/>
                    </a:lnTo>
                    <a:lnTo>
                      <a:pt x="90" y="2284"/>
                    </a:lnTo>
                    <a:lnTo>
                      <a:pt x="1669" y="2016"/>
                    </a:lnTo>
                    <a:lnTo>
                      <a:pt x="3239" y="2677"/>
                    </a:lnTo>
                    <a:cubicBezTo>
                      <a:pt x="3249" y="2681"/>
                      <a:pt x="3259" y="2683"/>
                      <a:pt x="3269" y="2683"/>
                    </a:cubicBezTo>
                    <a:cubicBezTo>
                      <a:pt x="3333" y="2683"/>
                      <a:pt x="3372" y="2589"/>
                      <a:pt x="3310" y="2543"/>
                    </a:cubicBezTo>
                    <a:lnTo>
                      <a:pt x="2543" y="1999"/>
                    </a:lnTo>
                    <a:cubicBezTo>
                      <a:pt x="2490" y="1963"/>
                      <a:pt x="2516" y="1874"/>
                      <a:pt x="2579" y="1865"/>
                    </a:cubicBezTo>
                    <a:lnTo>
                      <a:pt x="3730" y="1668"/>
                    </a:lnTo>
                    <a:lnTo>
                      <a:pt x="5309" y="2329"/>
                    </a:lnTo>
                    <a:cubicBezTo>
                      <a:pt x="5319" y="2333"/>
                      <a:pt x="5329" y="2335"/>
                      <a:pt x="5339" y="2335"/>
                    </a:cubicBezTo>
                    <a:cubicBezTo>
                      <a:pt x="5403" y="2335"/>
                      <a:pt x="5442" y="2241"/>
                      <a:pt x="5380" y="2195"/>
                    </a:cubicBezTo>
                    <a:lnTo>
                      <a:pt x="4595" y="1633"/>
                    </a:lnTo>
                    <a:cubicBezTo>
                      <a:pt x="4541" y="1597"/>
                      <a:pt x="4550" y="1526"/>
                      <a:pt x="4613" y="1508"/>
                    </a:cubicBezTo>
                    <a:lnTo>
                      <a:pt x="5755" y="1142"/>
                    </a:lnTo>
                    <a:cubicBezTo>
                      <a:pt x="5835" y="1115"/>
                      <a:pt x="5817" y="999"/>
                      <a:pt x="5728" y="999"/>
                    </a:cubicBezTo>
                    <a:lnTo>
                      <a:pt x="4533" y="1026"/>
                    </a:lnTo>
                    <a:cubicBezTo>
                      <a:pt x="4470" y="1026"/>
                      <a:pt x="4434" y="955"/>
                      <a:pt x="4470" y="910"/>
                    </a:cubicBezTo>
                    <a:lnTo>
                      <a:pt x="5032" y="116"/>
                    </a:lnTo>
                    <a:cubicBezTo>
                      <a:pt x="5073" y="61"/>
                      <a:pt x="5024" y="1"/>
                      <a:pt x="496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38" name="Google Shape;138;p8"/>
            <p:cNvGrpSpPr/>
            <p:nvPr/>
          </p:nvGrpSpPr>
          <p:grpSpPr>
            <a:xfrm>
              <a:off x="865238" y="4603997"/>
              <a:ext cx="1075310" cy="689281"/>
              <a:chOff x="7884988" y="4530097"/>
              <a:chExt cx="1075310" cy="689281"/>
            </a:xfrm>
          </p:grpSpPr>
          <p:grpSp>
            <p:nvGrpSpPr>
              <p:cNvPr id="139" name="Google Shape;139;p8"/>
              <p:cNvGrpSpPr/>
              <p:nvPr/>
            </p:nvGrpSpPr>
            <p:grpSpPr>
              <a:xfrm>
                <a:off x="8355846" y="4530097"/>
                <a:ext cx="604452" cy="689281"/>
                <a:chOff x="3806875" y="2468975"/>
                <a:chExt cx="314950" cy="359150"/>
              </a:xfrm>
            </p:grpSpPr>
            <p:sp>
              <p:nvSpPr>
                <p:cNvPr id="140" name="Google Shape;140;p8"/>
                <p:cNvSpPr/>
                <p:nvPr/>
              </p:nvSpPr>
              <p:spPr>
                <a:xfrm>
                  <a:off x="3806875" y="2468975"/>
                  <a:ext cx="314950" cy="306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598" h="12263" extrusionOk="0">
                      <a:moveTo>
                        <a:pt x="10257" y="1"/>
                      </a:moveTo>
                      <a:cubicBezTo>
                        <a:pt x="7167" y="1"/>
                        <a:pt x="4115" y="1426"/>
                        <a:pt x="2160" y="4124"/>
                      </a:cubicBezTo>
                      <a:cubicBezTo>
                        <a:pt x="1" y="7104"/>
                        <a:pt x="1187" y="8843"/>
                        <a:pt x="2561" y="11984"/>
                      </a:cubicBezTo>
                      <a:cubicBezTo>
                        <a:pt x="3818" y="12105"/>
                        <a:pt x="4887" y="12262"/>
                        <a:pt x="5845" y="12262"/>
                      </a:cubicBezTo>
                      <a:cubicBezTo>
                        <a:pt x="7481" y="12262"/>
                        <a:pt x="8790" y="11803"/>
                        <a:pt x="10153" y="9923"/>
                      </a:cubicBezTo>
                      <a:cubicBezTo>
                        <a:pt x="12312" y="6952"/>
                        <a:pt x="12597" y="3188"/>
                        <a:pt x="11223" y="47"/>
                      </a:cubicBezTo>
                      <a:cubicBezTo>
                        <a:pt x="10902" y="16"/>
                        <a:pt x="10579" y="1"/>
                        <a:pt x="10257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1" name="Google Shape;141;p8"/>
                <p:cNvSpPr/>
                <p:nvPr/>
              </p:nvSpPr>
              <p:spPr>
                <a:xfrm>
                  <a:off x="3822050" y="2542275"/>
                  <a:ext cx="239775" cy="285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91" h="11434" extrusionOk="0">
                      <a:moveTo>
                        <a:pt x="5317" y="1"/>
                      </a:moveTo>
                      <a:cubicBezTo>
                        <a:pt x="5235" y="1"/>
                        <a:pt x="5152" y="55"/>
                        <a:pt x="5148" y="157"/>
                      </a:cubicBezTo>
                      <a:lnTo>
                        <a:pt x="4889" y="3993"/>
                      </a:lnTo>
                      <a:lnTo>
                        <a:pt x="3337" y="6126"/>
                      </a:lnTo>
                      <a:cubicBezTo>
                        <a:pt x="3301" y="6175"/>
                        <a:pt x="3250" y="6198"/>
                        <a:pt x="3200" y="6198"/>
                      </a:cubicBezTo>
                      <a:cubicBezTo>
                        <a:pt x="3124" y="6198"/>
                        <a:pt x="3050" y="6146"/>
                        <a:pt x="3033" y="6054"/>
                      </a:cubicBezTo>
                      <a:lnTo>
                        <a:pt x="2703" y="3967"/>
                      </a:lnTo>
                      <a:cubicBezTo>
                        <a:pt x="2691" y="3873"/>
                        <a:pt x="2617" y="3828"/>
                        <a:pt x="2542" y="3828"/>
                      </a:cubicBezTo>
                      <a:cubicBezTo>
                        <a:pt x="2461" y="3828"/>
                        <a:pt x="2378" y="3882"/>
                        <a:pt x="2373" y="3984"/>
                      </a:cubicBezTo>
                      <a:lnTo>
                        <a:pt x="2115" y="7821"/>
                      </a:lnTo>
                      <a:lnTo>
                        <a:pt x="0" y="10729"/>
                      </a:lnTo>
                      <a:lnTo>
                        <a:pt x="964" y="11434"/>
                      </a:lnTo>
                      <a:lnTo>
                        <a:pt x="3078" y="8516"/>
                      </a:lnTo>
                      <a:lnTo>
                        <a:pt x="6638" y="7080"/>
                      </a:lnTo>
                      <a:cubicBezTo>
                        <a:pt x="6816" y="7012"/>
                        <a:pt x="6751" y="6757"/>
                        <a:pt x="6575" y="6757"/>
                      </a:cubicBezTo>
                      <a:cubicBezTo>
                        <a:pt x="6566" y="6757"/>
                        <a:pt x="6557" y="6758"/>
                        <a:pt x="6548" y="6759"/>
                      </a:cubicBezTo>
                      <a:lnTo>
                        <a:pt x="4461" y="7089"/>
                      </a:lnTo>
                      <a:cubicBezTo>
                        <a:pt x="4451" y="7091"/>
                        <a:pt x="4441" y="7092"/>
                        <a:pt x="4431" y="7092"/>
                      </a:cubicBezTo>
                      <a:cubicBezTo>
                        <a:pt x="4304" y="7092"/>
                        <a:pt x="4217" y="6937"/>
                        <a:pt x="4300" y="6821"/>
                      </a:cubicBezTo>
                      <a:lnTo>
                        <a:pt x="5853" y="4689"/>
                      </a:lnTo>
                      <a:lnTo>
                        <a:pt x="9412" y="3253"/>
                      </a:lnTo>
                      <a:cubicBezTo>
                        <a:pt x="9591" y="3185"/>
                        <a:pt x="9534" y="2930"/>
                        <a:pt x="9350" y="2930"/>
                      </a:cubicBezTo>
                      <a:cubicBezTo>
                        <a:pt x="9341" y="2930"/>
                        <a:pt x="9332" y="2931"/>
                        <a:pt x="9323" y="2932"/>
                      </a:cubicBezTo>
                      <a:lnTo>
                        <a:pt x="7173" y="3271"/>
                      </a:lnTo>
                      <a:cubicBezTo>
                        <a:pt x="7162" y="3273"/>
                        <a:pt x="7151" y="3274"/>
                        <a:pt x="7140" y="3274"/>
                      </a:cubicBezTo>
                      <a:cubicBezTo>
                        <a:pt x="7022" y="3274"/>
                        <a:pt x="6937" y="3144"/>
                        <a:pt x="6994" y="3030"/>
                      </a:cubicBezTo>
                      <a:lnTo>
                        <a:pt x="8261" y="648"/>
                      </a:lnTo>
                      <a:cubicBezTo>
                        <a:pt x="8326" y="518"/>
                        <a:pt x="8225" y="397"/>
                        <a:pt x="8110" y="397"/>
                      </a:cubicBezTo>
                      <a:cubicBezTo>
                        <a:pt x="8067" y="397"/>
                        <a:pt x="8023" y="413"/>
                        <a:pt x="7985" y="452"/>
                      </a:cubicBezTo>
                      <a:lnTo>
                        <a:pt x="6111" y="2388"/>
                      </a:lnTo>
                      <a:cubicBezTo>
                        <a:pt x="6077" y="2422"/>
                        <a:pt x="6033" y="2438"/>
                        <a:pt x="5991" y="2438"/>
                      </a:cubicBezTo>
                      <a:cubicBezTo>
                        <a:pt x="5912" y="2438"/>
                        <a:pt x="5837" y="2385"/>
                        <a:pt x="5826" y="2298"/>
                      </a:cubicBezTo>
                      <a:lnTo>
                        <a:pt x="5478" y="140"/>
                      </a:lnTo>
                      <a:cubicBezTo>
                        <a:pt x="5465" y="46"/>
                        <a:pt x="5391" y="1"/>
                        <a:pt x="5317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42" name="Google Shape;142;p8"/>
              <p:cNvGrpSpPr/>
              <p:nvPr/>
            </p:nvGrpSpPr>
            <p:grpSpPr>
              <a:xfrm rot="-4695396">
                <a:off x="7816540" y="4697450"/>
                <a:ext cx="607745" cy="354578"/>
                <a:chOff x="3847025" y="3304850"/>
                <a:chExt cx="402125" cy="234613"/>
              </a:xfrm>
            </p:grpSpPr>
            <p:sp>
              <p:nvSpPr>
                <p:cNvPr id="143" name="Google Shape;143;p8"/>
                <p:cNvSpPr/>
                <p:nvPr/>
              </p:nvSpPr>
              <p:spPr>
                <a:xfrm>
                  <a:off x="3907505" y="3304850"/>
                  <a:ext cx="341645" cy="2346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451" h="4430" extrusionOk="0">
                      <a:moveTo>
                        <a:pt x="3053" y="0"/>
                      </a:moveTo>
                      <a:cubicBezTo>
                        <a:pt x="2811" y="0"/>
                        <a:pt x="2566" y="20"/>
                        <a:pt x="2320" y="61"/>
                      </a:cubicBezTo>
                      <a:cubicBezTo>
                        <a:pt x="714" y="329"/>
                        <a:pt x="545" y="1248"/>
                        <a:pt x="1" y="2666"/>
                      </a:cubicBezTo>
                      <a:cubicBezTo>
                        <a:pt x="847" y="3683"/>
                        <a:pt x="1308" y="4430"/>
                        <a:pt x="2472" y="4430"/>
                      </a:cubicBezTo>
                      <a:cubicBezTo>
                        <a:pt x="2646" y="4430"/>
                        <a:pt x="2835" y="4413"/>
                        <a:pt x="3043" y="4379"/>
                      </a:cubicBezTo>
                      <a:cubicBezTo>
                        <a:pt x="4648" y="4111"/>
                        <a:pt x="5906" y="3005"/>
                        <a:pt x="6450" y="1586"/>
                      </a:cubicBezTo>
                      <a:cubicBezTo>
                        <a:pt x="5627" y="605"/>
                        <a:pt x="4388" y="0"/>
                        <a:pt x="3053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4" name="Google Shape;144;p8"/>
                <p:cNvSpPr/>
                <p:nvPr/>
              </p:nvSpPr>
              <p:spPr>
                <a:xfrm>
                  <a:off x="3847025" y="3348701"/>
                  <a:ext cx="309022" cy="1421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35" h="2684" extrusionOk="0">
                      <a:moveTo>
                        <a:pt x="4967" y="1"/>
                      </a:moveTo>
                      <a:cubicBezTo>
                        <a:pt x="4950" y="1"/>
                        <a:pt x="4932" y="6"/>
                        <a:pt x="4916" y="18"/>
                      </a:cubicBezTo>
                      <a:lnTo>
                        <a:pt x="3649" y="1151"/>
                      </a:lnTo>
                      <a:lnTo>
                        <a:pt x="2490" y="1347"/>
                      </a:lnTo>
                      <a:cubicBezTo>
                        <a:pt x="2486" y="1348"/>
                        <a:pt x="2482" y="1348"/>
                        <a:pt x="2479" y="1348"/>
                      </a:cubicBezTo>
                      <a:cubicBezTo>
                        <a:pt x="2422" y="1348"/>
                        <a:pt x="2385" y="1282"/>
                        <a:pt x="2418" y="1231"/>
                      </a:cubicBezTo>
                      <a:lnTo>
                        <a:pt x="2962" y="464"/>
                      </a:lnTo>
                      <a:cubicBezTo>
                        <a:pt x="3003" y="410"/>
                        <a:pt x="2956" y="345"/>
                        <a:pt x="2903" y="345"/>
                      </a:cubicBezTo>
                      <a:cubicBezTo>
                        <a:pt x="2887" y="345"/>
                        <a:pt x="2870" y="351"/>
                        <a:pt x="2855" y="366"/>
                      </a:cubicBezTo>
                      <a:lnTo>
                        <a:pt x="1580" y="1499"/>
                      </a:lnTo>
                      <a:lnTo>
                        <a:pt x="1" y="1758"/>
                      </a:lnTo>
                      <a:lnTo>
                        <a:pt x="90" y="2284"/>
                      </a:lnTo>
                      <a:lnTo>
                        <a:pt x="1669" y="2016"/>
                      </a:lnTo>
                      <a:lnTo>
                        <a:pt x="3239" y="2677"/>
                      </a:lnTo>
                      <a:cubicBezTo>
                        <a:pt x="3249" y="2681"/>
                        <a:pt x="3259" y="2683"/>
                        <a:pt x="3269" y="2683"/>
                      </a:cubicBezTo>
                      <a:cubicBezTo>
                        <a:pt x="3333" y="2683"/>
                        <a:pt x="3372" y="2589"/>
                        <a:pt x="3310" y="2543"/>
                      </a:cubicBezTo>
                      <a:lnTo>
                        <a:pt x="2543" y="1999"/>
                      </a:lnTo>
                      <a:cubicBezTo>
                        <a:pt x="2490" y="1963"/>
                        <a:pt x="2516" y="1874"/>
                        <a:pt x="2579" y="1865"/>
                      </a:cubicBezTo>
                      <a:lnTo>
                        <a:pt x="3730" y="1668"/>
                      </a:lnTo>
                      <a:lnTo>
                        <a:pt x="5309" y="2329"/>
                      </a:lnTo>
                      <a:cubicBezTo>
                        <a:pt x="5319" y="2333"/>
                        <a:pt x="5329" y="2335"/>
                        <a:pt x="5339" y="2335"/>
                      </a:cubicBezTo>
                      <a:cubicBezTo>
                        <a:pt x="5403" y="2335"/>
                        <a:pt x="5442" y="2241"/>
                        <a:pt x="5380" y="2195"/>
                      </a:cubicBezTo>
                      <a:lnTo>
                        <a:pt x="4595" y="1633"/>
                      </a:lnTo>
                      <a:cubicBezTo>
                        <a:pt x="4541" y="1597"/>
                        <a:pt x="4550" y="1526"/>
                        <a:pt x="4613" y="1508"/>
                      </a:cubicBezTo>
                      <a:lnTo>
                        <a:pt x="5755" y="1142"/>
                      </a:lnTo>
                      <a:cubicBezTo>
                        <a:pt x="5835" y="1115"/>
                        <a:pt x="5817" y="999"/>
                        <a:pt x="5728" y="999"/>
                      </a:cubicBezTo>
                      <a:lnTo>
                        <a:pt x="4533" y="1026"/>
                      </a:lnTo>
                      <a:cubicBezTo>
                        <a:pt x="4470" y="1026"/>
                        <a:pt x="4434" y="955"/>
                        <a:pt x="4470" y="910"/>
                      </a:cubicBezTo>
                      <a:lnTo>
                        <a:pt x="5032" y="116"/>
                      </a:lnTo>
                      <a:cubicBezTo>
                        <a:pt x="5073" y="61"/>
                        <a:pt x="5024" y="1"/>
                        <a:pt x="4967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" name="Google Shape;146;p9"/>
          <p:cNvPicPr preferRelativeResize="0"/>
          <p:nvPr/>
        </p:nvPicPr>
        <p:blipFill>
          <a:blip r:embed="rId2">
            <a:alphaModFix amt="70000"/>
          </a:blip>
          <a:stretch>
            <a:fillRect/>
          </a:stretch>
        </p:blipFill>
        <p:spPr>
          <a:xfrm>
            <a:off x="0" y="-5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9"/>
          <p:cNvSpPr txBox="1">
            <a:spLocks noGrp="1"/>
          </p:cNvSpPr>
          <p:nvPr>
            <p:ph type="title"/>
          </p:nvPr>
        </p:nvSpPr>
        <p:spPr>
          <a:xfrm>
            <a:off x="5255275" y="1386738"/>
            <a:ext cx="3175500" cy="1169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48" name="Google Shape;148;p9"/>
          <p:cNvSpPr txBox="1">
            <a:spLocks noGrp="1"/>
          </p:cNvSpPr>
          <p:nvPr>
            <p:ph type="subTitle" idx="1"/>
          </p:nvPr>
        </p:nvSpPr>
        <p:spPr>
          <a:xfrm>
            <a:off x="5255275" y="2784963"/>
            <a:ext cx="3175500" cy="97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9" name="Google Shape;149;p9"/>
          <p:cNvSpPr>
            <a:spLocks noGrp="1"/>
          </p:cNvSpPr>
          <p:nvPr>
            <p:ph type="pic" idx="2"/>
          </p:nvPr>
        </p:nvSpPr>
        <p:spPr>
          <a:xfrm>
            <a:off x="713225" y="798550"/>
            <a:ext cx="3858900" cy="3546300"/>
          </a:xfrm>
          <a:prstGeom prst="rect">
            <a:avLst/>
          </a:prstGeom>
          <a:noFill/>
          <a:ln>
            <a:noFill/>
          </a:ln>
          <a:effectLst>
            <a:outerShdw blurRad="200025" algn="bl" rotWithShape="0">
              <a:schemeClr val="accent1">
                <a:alpha val="70000"/>
              </a:schemeClr>
            </a:outerShdw>
          </a:effectLst>
        </p:spPr>
      </p:sp>
      <p:grpSp>
        <p:nvGrpSpPr>
          <p:cNvPr id="150" name="Google Shape;150;p9"/>
          <p:cNvGrpSpPr/>
          <p:nvPr/>
        </p:nvGrpSpPr>
        <p:grpSpPr>
          <a:xfrm>
            <a:off x="8134992" y="3973641"/>
            <a:ext cx="1009026" cy="1169667"/>
            <a:chOff x="2715175" y="2312475"/>
            <a:chExt cx="595050" cy="689825"/>
          </a:xfrm>
        </p:grpSpPr>
        <p:sp>
          <p:nvSpPr>
            <p:cNvPr id="151" name="Google Shape;151;p9"/>
            <p:cNvSpPr/>
            <p:nvPr/>
          </p:nvSpPr>
          <p:spPr>
            <a:xfrm>
              <a:off x="2715175" y="2312475"/>
              <a:ext cx="301775" cy="297975"/>
            </a:xfrm>
            <a:custGeom>
              <a:avLst/>
              <a:gdLst/>
              <a:ahLst/>
              <a:cxnLst/>
              <a:rect l="l" t="t" r="r" b="b"/>
              <a:pathLst>
                <a:path w="12071" h="11919" extrusionOk="0">
                  <a:moveTo>
                    <a:pt x="116" y="0"/>
                  </a:moveTo>
                  <a:lnTo>
                    <a:pt x="116" y="0"/>
                  </a:lnTo>
                  <a:cubicBezTo>
                    <a:pt x="116" y="0"/>
                    <a:pt x="0" y="6477"/>
                    <a:pt x="2623" y="9849"/>
                  </a:cubicBezTo>
                  <a:cubicBezTo>
                    <a:pt x="3463" y="10932"/>
                    <a:pt x="5455" y="11918"/>
                    <a:pt x="7145" y="11918"/>
                  </a:cubicBezTo>
                  <a:cubicBezTo>
                    <a:pt x="8128" y="11918"/>
                    <a:pt x="9009" y="11584"/>
                    <a:pt x="9501" y="10741"/>
                  </a:cubicBezTo>
                  <a:cubicBezTo>
                    <a:pt x="11767" y="9813"/>
                    <a:pt x="12070" y="6102"/>
                    <a:pt x="10322" y="3854"/>
                  </a:cubicBezTo>
                  <a:cubicBezTo>
                    <a:pt x="7699" y="482"/>
                    <a:pt x="117" y="0"/>
                    <a:pt x="11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" name="Google Shape;152;p9"/>
            <p:cNvSpPr/>
            <p:nvPr/>
          </p:nvSpPr>
          <p:spPr>
            <a:xfrm>
              <a:off x="3038550" y="2411525"/>
              <a:ext cx="271675" cy="209575"/>
            </a:xfrm>
            <a:custGeom>
              <a:avLst/>
              <a:gdLst/>
              <a:ahLst/>
              <a:cxnLst/>
              <a:rect l="l" t="t" r="r" b="b"/>
              <a:pathLst>
                <a:path w="10867" h="8383" extrusionOk="0">
                  <a:moveTo>
                    <a:pt x="7799" y="1"/>
                  </a:moveTo>
                  <a:cubicBezTo>
                    <a:pt x="5910" y="1"/>
                    <a:pt x="3591" y="271"/>
                    <a:pt x="2195" y="1409"/>
                  </a:cubicBezTo>
                  <a:cubicBezTo>
                    <a:pt x="420" y="2854"/>
                    <a:pt x="1" y="5807"/>
                    <a:pt x="1606" y="6940"/>
                  </a:cubicBezTo>
                  <a:cubicBezTo>
                    <a:pt x="1930" y="7978"/>
                    <a:pt x="3014" y="8382"/>
                    <a:pt x="4179" y="8382"/>
                  </a:cubicBezTo>
                  <a:cubicBezTo>
                    <a:pt x="5294" y="8382"/>
                    <a:pt x="6483" y="8012"/>
                    <a:pt x="7146" y="7475"/>
                  </a:cubicBezTo>
                  <a:cubicBezTo>
                    <a:pt x="9796" y="5307"/>
                    <a:pt x="10867" y="222"/>
                    <a:pt x="10867" y="222"/>
                  </a:cubicBezTo>
                  <a:cubicBezTo>
                    <a:pt x="10867" y="222"/>
                    <a:pt x="9509" y="1"/>
                    <a:pt x="779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" name="Google Shape;153;p9"/>
            <p:cNvSpPr/>
            <p:nvPr/>
          </p:nvSpPr>
          <p:spPr>
            <a:xfrm>
              <a:off x="3007775" y="2468150"/>
              <a:ext cx="217700" cy="427050"/>
            </a:xfrm>
            <a:custGeom>
              <a:avLst/>
              <a:gdLst/>
              <a:ahLst/>
              <a:cxnLst/>
              <a:rect l="l" t="t" r="r" b="b"/>
              <a:pathLst>
                <a:path w="8708" h="17082" extrusionOk="0">
                  <a:moveTo>
                    <a:pt x="8708" y="0"/>
                  </a:moveTo>
                  <a:cubicBezTo>
                    <a:pt x="447" y="2783"/>
                    <a:pt x="1" y="13828"/>
                    <a:pt x="134" y="16718"/>
                  </a:cubicBezTo>
                  <a:cubicBezTo>
                    <a:pt x="145" y="17018"/>
                    <a:pt x="305" y="17081"/>
                    <a:pt x="438" y="17081"/>
                  </a:cubicBezTo>
                  <a:cubicBezTo>
                    <a:pt x="534" y="17081"/>
                    <a:pt x="616" y="17048"/>
                    <a:pt x="616" y="17048"/>
                  </a:cubicBezTo>
                  <a:cubicBezTo>
                    <a:pt x="910" y="2856"/>
                    <a:pt x="8706" y="1"/>
                    <a:pt x="870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" name="Google Shape;154;p9"/>
            <p:cNvSpPr/>
            <p:nvPr/>
          </p:nvSpPr>
          <p:spPr>
            <a:xfrm>
              <a:off x="2808625" y="2448950"/>
              <a:ext cx="217475" cy="427050"/>
            </a:xfrm>
            <a:custGeom>
              <a:avLst/>
              <a:gdLst/>
              <a:ahLst/>
              <a:cxnLst/>
              <a:rect l="l" t="t" r="r" b="b"/>
              <a:pathLst>
                <a:path w="8699" h="17082" extrusionOk="0">
                  <a:moveTo>
                    <a:pt x="0" y="1"/>
                  </a:moveTo>
                  <a:cubicBezTo>
                    <a:pt x="1" y="1"/>
                    <a:pt x="7788" y="2866"/>
                    <a:pt x="8083" y="17049"/>
                  </a:cubicBezTo>
                  <a:cubicBezTo>
                    <a:pt x="8083" y="17049"/>
                    <a:pt x="8164" y="17082"/>
                    <a:pt x="8261" y="17082"/>
                  </a:cubicBezTo>
                  <a:cubicBezTo>
                    <a:pt x="8395" y="17082"/>
                    <a:pt x="8558" y="17019"/>
                    <a:pt x="8573" y="16719"/>
                  </a:cubicBezTo>
                  <a:cubicBezTo>
                    <a:pt x="8698" y="13837"/>
                    <a:pt x="8252" y="2793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" name="Google Shape;155;p9"/>
            <p:cNvSpPr/>
            <p:nvPr/>
          </p:nvSpPr>
          <p:spPr>
            <a:xfrm>
              <a:off x="2871050" y="2862450"/>
              <a:ext cx="279925" cy="139850"/>
            </a:xfrm>
            <a:custGeom>
              <a:avLst/>
              <a:gdLst/>
              <a:ahLst/>
              <a:cxnLst/>
              <a:rect l="l" t="t" r="r" b="b"/>
              <a:pathLst>
                <a:path w="11197" h="5594" extrusionOk="0">
                  <a:moveTo>
                    <a:pt x="5603" y="0"/>
                  </a:moveTo>
                  <a:cubicBezTo>
                    <a:pt x="2508" y="0"/>
                    <a:pt x="1" y="2507"/>
                    <a:pt x="1" y="5594"/>
                  </a:cubicBezTo>
                  <a:lnTo>
                    <a:pt x="11197" y="5594"/>
                  </a:lnTo>
                  <a:cubicBezTo>
                    <a:pt x="11197" y="2507"/>
                    <a:pt x="8690" y="0"/>
                    <a:pt x="560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accent3"/>
        </a:solidFill>
        <a:effectLst/>
      </p:bgPr>
    </p:bg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6" name="Google Shape;616;p33"/>
          <p:cNvPicPr preferRelativeResize="0"/>
          <p:nvPr/>
        </p:nvPicPr>
        <p:blipFill>
          <a:blip r:embed="rId2">
            <a:alphaModFix amt="70000"/>
          </a:blip>
          <a:stretch>
            <a:fillRect/>
          </a:stretch>
        </p:blipFill>
        <p:spPr>
          <a:xfrm>
            <a:off x="0" y="-50"/>
            <a:ext cx="9144003" cy="514350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17" name="Google Shape;617;p33"/>
          <p:cNvGrpSpPr/>
          <p:nvPr/>
        </p:nvGrpSpPr>
        <p:grpSpPr>
          <a:xfrm flipH="1">
            <a:off x="-352931" y="-136313"/>
            <a:ext cx="9582552" cy="5466219"/>
            <a:chOff x="-124331" y="-156769"/>
            <a:chExt cx="9582552" cy="5466219"/>
          </a:xfrm>
        </p:grpSpPr>
        <p:grpSp>
          <p:nvGrpSpPr>
            <p:cNvPr id="618" name="Google Shape;618;p33"/>
            <p:cNvGrpSpPr/>
            <p:nvPr/>
          </p:nvGrpSpPr>
          <p:grpSpPr>
            <a:xfrm>
              <a:off x="-124331" y="4254367"/>
              <a:ext cx="1035451" cy="1055083"/>
              <a:chOff x="-124331" y="4254367"/>
              <a:chExt cx="1035451" cy="1055083"/>
            </a:xfrm>
          </p:grpSpPr>
          <p:sp>
            <p:nvSpPr>
              <p:cNvPr id="619" name="Google Shape;619;p33"/>
              <p:cNvSpPr/>
              <p:nvPr/>
            </p:nvSpPr>
            <p:spPr>
              <a:xfrm rot="1570958">
                <a:off x="63688" y="4312790"/>
                <a:ext cx="343745" cy="339417"/>
              </a:xfrm>
              <a:custGeom>
                <a:avLst/>
                <a:gdLst/>
                <a:ahLst/>
                <a:cxnLst/>
                <a:rect l="l" t="t" r="r" b="b"/>
                <a:pathLst>
                  <a:path w="12071" h="11919" extrusionOk="0">
                    <a:moveTo>
                      <a:pt x="116" y="0"/>
                    </a:moveTo>
                    <a:lnTo>
                      <a:pt x="116" y="0"/>
                    </a:lnTo>
                    <a:cubicBezTo>
                      <a:pt x="116" y="0"/>
                      <a:pt x="0" y="6477"/>
                      <a:pt x="2623" y="9849"/>
                    </a:cubicBezTo>
                    <a:cubicBezTo>
                      <a:pt x="3463" y="10932"/>
                      <a:pt x="5455" y="11918"/>
                      <a:pt x="7145" y="11918"/>
                    </a:cubicBezTo>
                    <a:cubicBezTo>
                      <a:pt x="8128" y="11918"/>
                      <a:pt x="9009" y="11584"/>
                      <a:pt x="9501" y="10741"/>
                    </a:cubicBezTo>
                    <a:cubicBezTo>
                      <a:pt x="11767" y="9813"/>
                      <a:pt x="12070" y="6102"/>
                      <a:pt x="10322" y="3854"/>
                    </a:cubicBezTo>
                    <a:cubicBezTo>
                      <a:pt x="7699" y="482"/>
                      <a:pt x="117" y="0"/>
                      <a:pt x="11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0" name="Google Shape;620;p33"/>
              <p:cNvSpPr/>
              <p:nvPr/>
            </p:nvSpPr>
            <p:spPr>
              <a:xfrm rot="1570852">
                <a:off x="430641" y="4570735"/>
                <a:ext cx="429428" cy="331268"/>
              </a:xfrm>
              <a:custGeom>
                <a:avLst/>
                <a:gdLst/>
                <a:ahLst/>
                <a:cxnLst/>
                <a:rect l="l" t="t" r="r" b="b"/>
                <a:pathLst>
                  <a:path w="10867" h="8383" extrusionOk="0">
                    <a:moveTo>
                      <a:pt x="7799" y="1"/>
                    </a:moveTo>
                    <a:cubicBezTo>
                      <a:pt x="5910" y="1"/>
                      <a:pt x="3591" y="271"/>
                      <a:pt x="2195" y="1409"/>
                    </a:cubicBezTo>
                    <a:cubicBezTo>
                      <a:pt x="420" y="2854"/>
                      <a:pt x="1" y="5807"/>
                      <a:pt x="1606" y="6940"/>
                    </a:cubicBezTo>
                    <a:cubicBezTo>
                      <a:pt x="1930" y="7978"/>
                      <a:pt x="3014" y="8382"/>
                      <a:pt x="4179" y="8382"/>
                    </a:cubicBezTo>
                    <a:cubicBezTo>
                      <a:pt x="5294" y="8382"/>
                      <a:pt x="6483" y="8012"/>
                      <a:pt x="7146" y="7475"/>
                    </a:cubicBezTo>
                    <a:cubicBezTo>
                      <a:pt x="9796" y="5307"/>
                      <a:pt x="10867" y="222"/>
                      <a:pt x="10867" y="222"/>
                    </a:cubicBezTo>
                    <a:cubicBezTo>
                      <a:pt x="10867" y="222"/>
                      <a:pt x="9509" y="1"/>
                      <a:pt x="779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1" name="Google Shape;621;p33"/>
              <p:cNvSpPr/>
              <p:nvPr/>
            </p:nvSpPr>
            <p:spPr>
              <a:xfrm rot="1570852">
                <a:off x="276038" y="4593141"/>
                <a:ext cx="344111" cy="675024"/>
              </a:xfrm>
              <a:custGeom>
                <a:avLst/>
                <a:gdLst/>
                <a:ahLst/>
                <a:cxnLst/>
                <a:rect l="l" t="t" r="r" b="b"/>
                <a:pathLst>
                  <a:path w="8708" h="17082" extrusionOk="0">
                    <a:moveTo>
                      <a:pt x="8708" y="0"/>
                    </a:moveTo>
                    <a:cubicBezTo>
                      <a:pt x="447" y="2783"/>
                      <a:pt x="1" y="13828"/>
                      <a:pt x="134" y="16718"/>
                    </a:cubicBezTo>
                    <a:cubicBezTo>
                      <a:pt x="145" y="17018"/>
                      <a:pt x="305" y="17081"/>
                      <a:pt x="438" y="17081"/>
                    </a:cubicBezTo>
                    <a:cubicBezTo>
                      <a:pt x="534" y="17081"/>
                      <a:pt x="616" y="17048"/>
                      <a:pt x="616" y="17048"/>
                    </a:cubicBezTo>
                    <a:cubicBezTo>
                      <a:pt x="910" y="2856"/>
                      <a:pt x="8706" y="1"/>
                      <a:pt x="870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2" name="Google Shape;622;p33"/>
              <p:cNvSpPr/>
              <p:nvPr/>
            </p:nvSpPr>
            <p:spPr>
              <a:xfrm rot="1570852">
                <a:off x="6947" y="4426934"/>
                <a:ext cx="343756" cy="675024"/>
              </a:xfrm>
              <a:custGeom>
                <a:avLst/>
                <a:gdLst/>
                <a:ahLst/>
                <a:cxnLst/>
                <a:rect l="l" t="t" r="r" b="b"/>
                <a:pathLst>
                  <a:path w="8699" h="17082" extrusionOk="0">
                    <a:moveTo>
                      <a:pt x="0" y="1"/>
                    </a:moveTo>
                    <a:cubicBezTo>
                      <a:pt x="1" y="1"/>
                      <a:pt x="7788" y="2866"/>
                      <a:pt x="8083" y="17049"/>
                    </a:cubicBezTo>
                    <a:cubicBezTo>
                      <a:pt x="8083" y="17049"/>
                      <a:pt x="8164" y="17082"/>
                      <a:pt x="8261" y="17082"/>
                    </a:cubicBezTo>
                    <a:cubicBezTo>
                      <a:pt x="8395" y="17082"/>
                      <a:pt x="8558" y="17019"/>
                      <a:pt x="8573" y="16719"/>
                    </a:cubicBezTo>
                    <a:cubicBezTo>
                      <a:pt x="8698" y="13837"/>
                      <a:pt x="8252" y="2793"/>
                      <a:pt x="0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3" name="Google Shape;623;p33"/>
              <p:cNvSpPr/>
              <p:nvPr/>
            </p:nvSpPr>
            <p:spPr>
              <a:xfrm>
                <a:off x="39499" y="4922111"/>
                <a:ext cx="442477" cy="221061"/>
              </a:xfrm>
              <a:custGeom>
                <a:avLst/>
                <a:gdLst/>
                <a:ahLst/>
                <a:cxnLst/>
                <a:rect l="l" t="t" r="r" b="b"/>
                <a:pathLst>
                  <a:path w="11197" h="5594" extrusionOk="0">
                    <a:moveTo>
                      <a:pt x="5603" y="0"/>
                    </a:moveTo>
                    <a:cubicBezTo>
                      <a:pt x="2508" y="0"/>
                      <a:pt x="1" y="2507"/>
                      <a:pt x="1" y="5594"/>
                    </a:cubicBezTo>
                    <a:lnTo>
                      <a:pt x="11197" y="5594"/>
                    </a:lnTo>
                    <a:cubicBezTo>
                      <a:pt x="11197" y="2507"/>
                      <a:pt x="8690" y="0"/>
                      <a:pt x="5603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24" name="Google Shape;624;p33"/>
            <p:cNvGrpSpPr/>
            <p:nvPr/>
          </p:nvGrpSpPr>
          <p:grpSpPr>
            <a:xfrm>
              <a:off x="8476216" y="-156769"/>
              <a:ext cx="982005" cy="1211257"/>
              <a:chOff x="8317012" y="-156769"/>
              <a:chExt cx="982005" cy="1211257"/>
            </a:xfrm>
          </p:grpSpPr>
          <p:grpSp>
            <p:nvGrpSpPr>
              <p:cNvPr id="625" name="Google Shape;625;p33"/>
              <p:cNvGrpSpPr/>
              <p:nvPr/>
            </p:nvGrpSpPr>
            <p:grpSpPr>
              <a:xfrm rot="-6727455">
                <a:off x="8569478" y="237576"/>
                <a:ext cx="477513" cy="865472"/>
                <a:chOff x="1683475" y="2251738"/>
                <a:chExt cx="310925" cy="563525"/>
              </a:xfrm>
            </p:grpSpPr>
            <p:sp>
              <p:nvSpPr>
                <p:cNvPr id="626" name="Google Shape;626;p33"/>
                <p:cNvSpPr/>
                <p:nvPr/>
              </p:nvSpPr>
              <p:spPr>
                <a:xfrm>
                  <a:off x="1683475" y="2251738"/>
                  <a:ext cx="301775" cy="2979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071" h="11919" extrusionOk="0">
                      <a:moveTo>
                        <a:pt x="116" y="0"/>
                      </a:moveTo>
                      <a:lnTo>
                        <a:pt x="116" y="0"/>
                      </a:lnTo>
                      <a:cubicBezTo>
                        <a:pt x="116" y="0"/>
                        <a:pt x="0" y="6477"/>
                        <a:pt x="2623" y="9849"/>
                      </a:cubicBezTo>
                      <a:cubicBezTo>
                        <a:pt x="3463" y="10932"/>
                        <a:pt x="5455" y="11918"/>
                        <a:pt x="7145" y="11918"/>
                      </a:cubicBezTo>
                      <a:cubicBezTo>
                        <a:pt x="8128" y="11918"/>
                        <a:pt x="9009" y="11584"/>
                        <a:pt x="9501" y="10741"/>
                      </a:cubicBezTo>
                      <a:cubicBezTo>
                        <a:pt x="11767" y="9813"/>
                        <a:pt x="12070" y="6102"/>
                        <a:pt x="10322" y="3854"/>
                      </a:cubicBezTo>
                      <a:cubicBezTo>
                        <a:pt x="7699" y="482"/>
                        <a:pt x="117" y="0"/>
                        <a:pt x="116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27" name="Google Shape;627;p33"/>
                <p:cNvSpPr/>
                <p:nvPr/>
              </p:nvSpPr>
              <p:spPr>
                <a:xfrm>
                  <a:off x="1776925" y="2388213"/>
                  <a:ext cx="217475" cy="427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699" h="17082" extrusionOk="0">
                      <a:moveTo>
                        <a:pt x="0" y="1"/>
                      </a:moveTo>
                      <a:cubicBezTo>
                        <a:pt x="1" y="1"/>
                        <a:pt x="7788" y="2866"/>
                        <a:pt x="8083" y="17049"/>
                      </a:cubicBezTo>
                      <a:cubicBezTo>
                        <a:pt x="8083" y="17049"/>
                        <a:pt x="8164" y="17082"/>
                        <a:pt x="8261" y="17082"/>
                      </a:cubicBezTo>
                      <a:cubicBezTo>
                        <a:pt x="8395" y="17082"/>
                        <a:pt x="8558" y="17019"/>
                        <a:pt x="8573" y="16719"/>
                      </a:cubicBezTo>
                      <a:cubicBezTo>
                        <a:pt x="8698" y="13837"/>
                        <a:pt x="8252" y="2793"/>
                        <a:pt x="0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628" name="Google Shape;628;p33"/>
              <p:cNvGrpSpPr/>
              <p:nvPr/>
            </p:nvGrpSpPr>
            <p:grpSpPr>
              <a:xfrm rot="-6571294">
                <a:off x="8512407" y="-185131"/>
                <a:ext cx="464498" cy="742791"/>
                <a:chOff x="1976075" y="2350788"/>
                <a:chExt cx="302450" cy="483675"/>
              </a:xfrm>
            </p:grpSpPr>
            <p:sp>
              <p:nvSpPr>
                <p:cNvPr id="629" name="Google Shape;629;p33"/>
                <p:cNvSpPr/>
                <p:nvPr/>
              </p:nvSpPr>
              <p:spPr>
                <a:xfrm>
                  <a:off x="2006850" y="2350788"/>
                  <a:ext cx="271675" cy="209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67" h="8383" extrusionOk="0">
                      <a:moveTo>
                        <a:pt x="7799" y="1"/>
                      </a:moveTo>
                      <a:cubicBezTo>
                        <a:pt x="5910" y="1"/>
                        <a:pt x="3591" y="271"/>
                        <a:pt x="2195" y="1409"/>
                      </a:cubicBezTo>
                      <a:cubicBezTo>
                        <a:pt x="420" y="2854"/>
                        <a:pt x="1" y="5807"/>
                        <a:pt x="1606" y="6940"/>
                      </a:cubicBezTo>
                      <a:cubicBezTo>
                        <a:pt x="1930" y="7978"/>
                        <a:pt x="3014" y="8382"/>
                        <a:pt x="4179" y="8382"/>
                      </a:cubicBezTo>
                      <a:cubicBezTo>
                        <a:pt x="5294" y="8382"/>
                        <a:pt x="6483" y="8012"/>
                        <a:pt x="7146" y="7475"/>
                      </a:cubicBezTo>
                      <a:cubicBezTo>
                        <a:pt x="9796" y="5307"/>
                        <a:pt x="10867" y="222"/>
                        <a:pt x="10867" y="222"/>
                      </a:cubicBezTo>
                      <a:cubicBezTo>
                        <a:pt x="10867" y="222"/>
                        <a:pt x="9509" y="1"/>
                        <a:pt x="7799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30" name="Google Shape;630;p33"/>
                <p:cNvSpPr/>
                <p:nvPr/>
              </p:nvSpPr>
              <p:spPr>
                <a:xfrm>
                  <a:off x="1976075" y="2407413"/>
                  <a:ext cx="217700" cy="427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708" h="17082" extrusionOk="0">
                      <a:moveTo>
                        <a:pt x="8708" y="0"/>
                      </a:moveTo>
                      <a:cubicBezTo>
                        <a:pt x="447" y="2783"/>
                        <a:pt x="1" y="13828"/>
                        <a:pt x="134" y="16718"/>
                      </a:cubicBezTo>
                      <a:cubicBezTo>
                        <a:pt x="145" y="17018"/>
                        <a:pt x="305" y="17081"/>
                        <a:pt x="438" y="17081"/>
                      </a:cubicBezTo>
                      <a:cubicBezTo>
                        <a:pt x="534" y="17081"/>
                        <a:pt x="616" y="17048"/>
                        <a:pt x="616" y="17048"/>
                      </a:cubicBezTo>
                      <a:cubicBezTo>
                        <a:pt x="910" y="2856"/>
                        <a:pt x="8706" y="1"/>
                        <a:pt x="8708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2" name="Google Shape;632;p34"/>
          <p:cNvPicPr preferRelativeResize="0"/>
          <p:nvPr/>
        </p:nvPicPr>
        <p:blipFill>
          <a:blip r:embed="rId2">
            <a:alphaModFix amt="70000"/>
          </a:blip>
          <a:stretch>
            <a:fillRect/>
          </a:stretch>
        </p:blipFill>
        <p:spPr>
          <a:xfrm>
            <a:off x="0" y="-50"/>
            <a:ext cx="9144003" cy="514350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33" name="Google Shape;633;p34"/>
          <p:cNvGrpSpPr/>
          <p:nvPr/>
        </p:nvGrpSpPr>
        <p:grpSpPr>
          <a:xfrm rot="10800000" flipH="1">
            <a:off x="-149787" y="-84629"/>
            <a:ext cx="9110085" cy="5304007"/>
            <a:chOff x="-149787" y="-84629"/>
            <a:chExt cx="9110085" cy="5304007"/>
          </a:xfrm>
        </p:grpSpPr>
        <p:grpSp>
          <p:nvGrpSpPr>
            <p:cNvPr id="634" name="Google Shape;634;p34"/>
            <p:cNvGrpSpPr/>
            <p:nvPr/>
          </p:nvGrpSpPr>
          <p:grpSpPr>
            <a:xfrm>
              <a:off x="7884988" y="4530097"/>
              <a:ext cx="1075310" cy="689281"/>
              <a:chOff x="7884988" y="4530097"/>
              <a:chExt cx="1075310" cy="689281"/>
            </a:xfrm>
          </p:grpSpPr>
          <p:grpSp>
            <p:nvGrpSpPr>
              <p:cNvPr id="635" name="Google Shape;635;p34"/>
              <p:cNvGrpSpPr/>
              <p:nvPr/>
            </p:nvGrpSpPr>
            <p:grpSpPr>
              <a:xfrm>
                <a:off x="8355846" y="4530097"/>
                <a:ext cx="604452" cy="689281"/>
                <a:chOff x="3806875" y="2468975"/>
                <a:chExt cx="314950" cy="359150"/>
              </a:xfrm>
            </p:grpSpPr>
            <p:sp>
              <p:nvSpPr>
                <p:cNvPr id="636" name="Google Shape;636;p34"/>
                <p:cNvSpPr/>
                <p:nvPr/>
              </p:nvSpPr>
              <p:spPr>
                <a:xfrm>
                  <a:off x="3806875" y="2468975"/>
                  <a:ext cx="314950" cy="306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598" h="12263" extrusionOk="0">
                      <a:moveTo>
                        <a:pt x="10257" y="1"/>
                      </a:moveTo>
                      <a:cubicBezTo>
                        <a:pt x="7167" y="1"/>
                        <a:pt x="4115" y="1426"/>
                        <a:pt x="2160" y="4124"/>
                      </a:cubicBezTo>
                      <a:cubicBezTo>
                        <a:pt x="1" y="7104"/>
                        <a:pt x="1187" y="8843"/>
                        <a:pt x="2561" y="11984"/>
                      </a:cubicBezTo>
                      <a:cubicBezTo>
                        <a:pt x="3818" y="12105"/>
                        <a:pt x="4887" y="12262"/>
                        <a:pt x="5845" y="12262"/>
                      </a:cubicBezTo>
                      <a:cubicBezTo>
                        <a:pt x="7481" y="12262"/>
                        <a:pt x="8790" y="11803"/>
                        <a:pt x="10153" y="9923"/>
                      </a:cubicBezTo>
                      <a:cubicBezTo>
                        <a:pt x="12312" y="6952"/>
                        <a:pt x="12597" y="3188"/>
                        <a:pt x="11223" y="47"/>
                      </a:cubicBezTo>
                      <a:cubicBezTo>
                        <a:pt x="10902" y="16"/>
                        <a:pt x="10579" y="1"/>
                        <a:pt x="10257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37" name="Google Shape;637;p34"/>
                <p:cNvSpPr/>
                <p:nvPr/>
              </p:nvSpPr>
              <p:spPr>
                <a:xfrm>
                  <a:off x="3822050" y="2542275"/>
                  <a:ext cx="239775" cy="285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91" h="11434" extrusionOk="0">
                      <a:moveTo>
                        <a:pt x="5317" y="1"/>
                      </a:moveTo>
                      <a:cubicBezTo>
                        <a:pt x="5235" y="1"/>
                        <a:pt x="5152" y="55"/>
                        <a:pt x="5148" y="157"/>
                      </a:cubicBezTo>
                      <a:lnTo>
                        <a:pt x="4889" y="3993"/>
                      </a:lnTo>
                      <a:lnTo>
                        <a:pt x="3337" y="6126"/>
                      </a:lnTo>
                      <a:cubicBezTo>
                        <a:pt x="3301" y="6175"/>
                        <a:pt x="3250" y="6198"/>
                        <a:pt x="3200" y="6198"/>
                      </a:cubicBezTo>
                      <a:cubicBezTo>
                        <a:pt x="3124" y="6198"/>
                        <a:pt x="3050" y="6146"/>
                        <a:pt x="3033" y="6054"/>
                      </a:cubicBezTo>
                      <a:lnTo>
                        <a:pt x="2703" y="3967"/>
                      </a:lnTo>
                      <a:cubicBezTo>
                        <a:pt x="2691" y="3873"/>
                        <a:pt x="2617" y="3828"/>
                        <a:pt x="2542" y="3828"/>
                      </a:cubicBezTo>
                      <a:cubicBezTo>
                        <a:pt x="2461" y="3828"/>
                        <a:pt x="2378" y="3882"/>
                        <a:pt x="2373" y="3984"/>
                      </a:cubicBezTo>
                      <a:lnTo>
                        <a:pt x="2115" y="7821"/>
                      </a:lnTo>
                      <a:lnTo>
                        <a:pt x="0" y="10729"/>
                      </a:lnTo>
                      <a:lnTo>
                        <a:pt x="964" y="11434"/>
                      </a:lnTo>
                      <a:lnTo>
                        <a:pt x="3078" y="8516"/>
                      </a:lnTo>
                      <a:lnTo>
                        <a:pt x="6638" y="7080"/>
                      </a:lnTo>
                      <a:cubicBezTo>
                        <a:pt x="6816" y="7012"/>
                        <a:pt x="6751" y="6757"/>
                        <a:pt x="6575" y="6757"/>
                      </a:cubicBezTo>
                      <a:cubicBezTo>
                        <a:pt x="6566" y="6757"/>
                        <a:pt x="6557" y="6758"/>
                        <a:pt x="6548" y="6759"/>
                      </a:cubicBezTo>
                      <a:lnTo>
                        <a:pt x="4461" y="7089"/>
                      </a:lnTo>
                      <a:cubicBezTo>
                        <a:pt x="4451" y="7091"/>
                        <a:pt x="4441" y="7092"/>
                        <a:pt x="4431" y="7092"/>
                      </a:cubicBezTo>
                      <a:cubicBezTo>
                        <a:pt x="4304" y="7092"/>
                        <a:pt x="4217" y="6937"/>
                        <a:pt x="4300" y="6821"/>
                      </a:cubicBezTo>
                      <a:lnTo>
                        <a:pt x="5853" y="4689"/>
                      </a:lnTo>
                      <a:lnTo>
                        <a:pt x="9412" y="3253"/>
                      </a:lnTo>
                      <a:cubicBezTo>
                        <a:pt x="9591" y="3185"/>
                        <a:pt x="9534" y="2930"/>
                        <a:pt x="9350" y="2930"/>
                      </a:cubicBezTo>
                      <a:cubicBezTo>
                        <a:pt x="9341" y="2930"/>
                        <a:pt x="9332" y="2931"/>
                        <a:pt x="9323" y="2932"/>
                      </a:cubicBezTo>
                      <a:lnTo>
                        <a:pt x="7173" y="3271"/>
                      </a:lnTo>
                      <a:cubicBezTo>
                        <a:pt x="7162" y="3273"/>
                        <a:pt x="7151" y="3274"/>
                        <a:pt x="7140" y="3274"/>
                      </a:cubicBezTo>
                      <a:cubicBezTo>
                        <a:pt x="7022" y="3274"/>
                        <a:pt x="6937" y="3144"/>
                        <a:pt x="6994" y="3030"/>
                      </a:cubicBezTo>
                      <a:lnTo>
                        <a:pt x="8261" y="648"/>
                      </a:lnTo>
                      <a:cubicBezTo>
                        <a:pt x="8326" y="518"/>
                        <a:pt x="8225" y="397"/>
                        <a:pt x="8110" y="397"/>
                      </a:cubicBezTo>
                      <a:cubicBezTo>
                        <a:pt x="8067" y="397"/>
                        <a:pt x="8023" y="413"/>
                        <a:pt x="7985" y="452"/>
                      </a:cubicBezTo>
                      <a:lnTo>
                        <a:pt x="6111" y="2388"/>
                      </a:lnTo>
                      <a:cubicBezTo>
                        <a:pt x="6077" y="2422"/>
                        <a:pt x="6033" y="2438"/>
                        <a:pt x="5991" y="2438"/>
                      </a:cubicBezTo>
                      <a:cubicBezTo>
                        <a:pt x="5912" y="2438"/>
                        <a:pt x="5837" y="2385"/>
                        <a:pt x="5826" y="2298"/>
                      </a:cubicBezTo>
                      <a:lnTo>
                        <a:pt x="5478" y="140"/>
                      </a:lnTo>
                      <a:cubicBezTo>
                        <a:pt x="5465" y="46"/>
                        <a:pt x="5391" y="1"/>
                        <a:pt x="5317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638" name="Google Shape;638;p34"/>
              <p:cNvGrpSpPr/>
              <p:nvPr/>
            </p:nvGrpSpPr>
            <p:grpSpPr>
              <a:xfrm rot="-4695396">
                <a:off x="7816540" y="4697450"/>
                <a:ext cx="607745" cy="354578"/>
                <a:chOff x="3847025" y="3304850"/>
                <a:chExt cx="402125" cy="234613"/>
              </a:xfrm>
            </p:grpSpPr>
            <p:sp>
              <p:nvSpPr>
                <p:cNvPr id="639" name="Google Shape;639;p34"/>
                <p:cNvSpPr/>
                <p:nvPr/>
              </p:nvSpPr>
              <p:spPr>
                <a:xfrm>
                  <a:off x="3907505" y="3304850"/>
                  <a:ext cx="341645" cy="2346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451" h="4430" extrusionOk="0">
                      <a:moveTo>
                        <a:pt x="3053" y="0"/>
                      </a:moveTo>
                      <a:cubicBezTo>
                        <a:pt x="2811" y="0"/>
                        <a:pt x="2566" y="20"/>
                        <a:pt x="2320" y="61"/>
                      </a:cubicBezTo>
                      <a:cubicBezTo>
                        <a:pt x="714" y="329"/>
                        <a:pt x="545" y="1248"/>
                        <a:pt x="1" y="2666"/>
                      </a:cubicBezTo>
                      <a:cubicBezTo>
                        <a:pt x="847" y="3683"/>
                        <a:pt x="1308" y="4430"/>
                        <a:pt x="2472" y="4430"/>
                      </a:cubicBezTo>
                      <a:cubicBezTo>
                        <a:pt x="2646" y="4430"/>
                        <a:pt x="2835" y="4413"/>
                        <a:pt x="3043" y="4379"/>
                      </a:cubicBezTo>
                      <a:cubicBezTo>
                        <a:pt x="4648" y="4111"/>
                        <a:pt x="5906" y="3005"/>
                        <a:pt x="6450" y="1586"/>
                      </a:cubicBezTo>
                      <a:cubicBezTo>
                        <a:pt x="5627" y="605"/>
                        <a:pt x="4388" y="0"/>
                        <a:pt x="3053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40" name="Google Shape;640;p34"/>
                <p:cNvSpPr/>
                <p:nvPr/>
              </p:nvSpPr>
              <p:spPr>
                <a:xfrm>
                  <a:off x="3847025" y="3348701"/>
                  <a:ext cx="309022" cy="1421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35" h="2684" extrusionOk="0">
                      <a:moveTo>
                        <a:pt x="4967" y="1"/>
                      </a:moveTo>
                      <a:cubicBezTo>
                        <a:pt x="4950" y="1"/>
                        <a:pt x="4932" y="6"/>
                        <a:pt x="4916" y="18"/>
                      </a:cubicBezTo>
                      <a:lnTo>
                        <a:pt x="3649" y="1151"/>
                      </a:lnTo>
                      <a:lnTo>
                        <a:pt x="2490" y="1347"/>
                      </a:lnTo>
                      <a:cubicBezTo>
                        <a:pt x="2486" y="1348"/>
                        <a:pt x="2482" y="1348"/>
                        <a:pt x="2479" y="1348"/>
                      </a:cubicBezTo>
                      <a:cubicBezTo>
                        <a:pt x="2422" y="1348"/>
                        <a:pt x="2385" y="1282"/>
                        <a:pt x="2418" y="1231"/>
                      </a:cubicBezTo>
                      <a:lnTo>
                        <a:pt x="2962" y="464"/>
                      </a:lnTo>
                      <a:cubicBezTo>
                        <a:pt x="3003" y="410"/>
                        <a:pt x="2956" y="345"/>
                        <a:pt x="2903" y="345"/>
                      </a:cubicBezTo>
                      <a:cubicBezTo>
                        <a:pt x="2887" y="345"/>
                        <a:pt x="2870" y="351"/>
                        <a:pt x="2855" y="366"/>
                      </a:cubicBezTo>
                      <a:lnTo>
                        <a:pt x="1580" y="1499"/>
                      </a:lnTo>
                      <a:lnTo>
                        <a:pt x="1" y="1758"/>
                      </a:lnTo>
                      <a:lnTo>
                        <a:pt x="90" y="2284"/>
                      </a:lnTo>
                      <a:lnTo>
                        <a:pt x="1669" y="2016"/>
                      </a:lnTo>
                      <a:lnTo>
                        <a:pt x="3239" y="2677"/>
                      </a:lnTo>
                      <a:cubicBezTo>
                        <a:pt x="3249" y="2681"/>
                        <a:pt x="3259" y="2683"/>
                        <a:pt x="3269" y="2683"/>
                      </a:cubicBezTo>
                      <a:cubicBezTo>
                        <a:pt x="3333" y="2683"/>
                        <a:pt x="3372" y="2589"/>
                        <a:pt x="3310" y="2543"/>
                      </a:cubicBezTo>
                      <a:lnTo>
                        <a:pt x="2543" y="1999"/>
                      </a:lnTo>
                      <a:cubicBezTo>
                        <a:pt x="2490" y="1963"/>
                        <a:pt x="2516" y="1874"/>
                        <a:pt x="2579" y="1865"/>
                      </a:cubicBezTo>
                      <a:lnTo>
                        <a:pt x="3730" y="1668"/>
                      </a:lnTo>
                      <a:lnTo>
                        <a:pt x="5309" y="2329"/>
                      </a:lnTo>
                      <a:cubicBezTo>
                        <a:pt x="5319" y="2333"/>
                        <a:pt x="5329" y="2335"/>
                        <a:pt x="5339" y="2335"/>
                      </a:cubicBezTo>
                      <a:cubicBezTo>
                        <a:pt x="5403" y="2335"/>
                        <a:pt x="5442" y="2241"/>
                        <a:pt x="5380" y="2195"/>
                      </a:cubicBezTo>
                      <a:lnTo>
                        <a:pt x="4595" y="1633"/>
                      </a:lnTo>
                      <a:cubicBezTo>
                        <a:pt x="4541" y="1597"/>
                        <a:pt x="4550" y="1526"/>
                        <a:pt x="4613" y="1508"/>
                      </a:cubicBezTo>
                      <a:lnTo>
                        <a:pt x="5755" y="1142"/>
                      </a:lnTo>
                      <a:cubicBezTo>
                        <a:pt x="5835" y="1115"/>
                        <a:pt x="5817" y="999"/>
                        <a:pt x="5728" y="999"/>
                      </a:cubicBezTo>
                      <a:lnTo>
                        <a:pt x="4533" y="1026"/>
                      </a:lnTo>
                      <a:cubicBezTo>
                        <a:pt x="4470" y="1026"/>
                        <a:pt x="4434" y="955"/>
                        <a:pt x="4470" y="910"/>
                      </a:cubicBezTo>
                      <a:lnTo>
                        <a:pt x="5032" y="116"/>
                      </a:lnTo>
                      <a:cubicBezTo>
                        <a:pt x="5073" y="61"/>
                        <a:pt x="5024" y="1"/>
                        <a:pt x="4967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641" name="Google Shape;641;p34"/>
            <p:cNvGrpSpPr/>
            <p:nvPr/>
          </p:nvGrpSpPr>
          <p:grpSpPr>
            <a:xfrm rot="2700000">
              <a:off x="26835" y="19254"/>
              <a:ext cx="604461" cy="749939"/>
              <a:chOff x="3450925" y="1831950"/>
              <a:chExt cx="314950" cy="390750"/>
            </a:xfrm>
          </p:grpSpPr>
          <p:sp>
            <p:nvSpPr>
              <p:cNvPr id="642" name="Google Shape;642;p34"/>
              <p:cNvSpPr/>
              <p:nvPr/>
            </p:nvSpPr>
            <p:spPr>
              <a:xfrm>
                <a:off x="3450925" y="1831950"/>
                <a:ext cx="314950" cy="306575"/>
              </a:xfrm>
              <a:custGeom>
                <a:avLst/>
                <a:gdLst/>
                <a:ahLst/>
                <a:cxnLst/>
                <a:rect l="l" t="t" r="r" b="b"/>
                <a:pathLst>
                  <a:path w="12598" h="12263" extrusionOk="0">
                    <a:moveTo>
                      <a:pt x="10257" y="1"/>
                    </a:moveTo>
                    <a:cubicBezTo>
                      <a:pt x="7167" y="1"/>
                      <a:pt x="4115" y="1426"/>
                      <a:pt x="2160" y="4124"/>
                    </a:cubicBezTo>
                    <a:cubicBezTo>
                      <a:pt x="1" y="7104"/>
                      <a:pt x="1187" y="8843"/>
                      <a:pt x="2561" y="11984"/>
                    </a:cubicBezTo>
                    <a:cubicBezTo>
                      <a:pt x="3818" y="12105"/>
                      <a:pt x="4887" y="12262"/>
                      <a:pt x="5845" y="12262"/>
                    </a:cubicBezTo>
                    <a:cubicBezTo>
                      <a:pt x="7481" y="12262"/>
                      <a:pt x="8790" y="11803"/>
                      <a:pt x="10153" y="9923"/>
                    </a:cubicBezTo>
                    <a:cubicBezTo>
                      <a:pt x="12312" y="6952"/>
                      <a:pt x="12597" y="3188"/>
                      <a:pt x="11223" y="47"/>
                    </a:cubicBezTo>
                    <a:cubicBezTo>
                      <a:pt x="10902" y="16"/>
                      <a:pt x="10579" y="1"/>
                      <a:pt x="10257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3" name="Google Shape;643;p34"/>
              <p:cNvSpPr/>
              <p:nvPr/>
            </p:nvSpPr>
            <p:spPr>
              <a:xfrm>
                <a:off x="3466100" y="1905250"/>
                <a:ext cx="239775" cy="285850"/>
              </a:xfrm>
              <a:custGeom>
                <a:avLst/>
                <a:gdLst/>
                <a:ahLst/>
                <a:cxnLst/>
                <a:rect l="l" t="t" r="r" b="b"/>
                <a:pathLst>
                  <a:path w="9591" h="11434" extrusionOk="0">
                    <a:moveTo>
                      <a:pt x="5317" y="1"/>
                    </a:moveTo>
                    <a:cubicBezTo>
                      <a:pt x="5235" y="1"/>
                      <a:pt x="5152" y="55"/>
                      <a:pt x="5148" y="157"/>
                    </a:cubicBezTo>
                    <a:lnTo>
                      <a:pt x="4889" y="3993"/>
                    </a:lnTo>
                    <a:lnTo>
                      <a:pt x="3337" y="6126"/>
                    </a:lnTo>
                    <a:cubicBezTo>
                      <a:pt x="3301" y="6175"/>
                      <a:pt x="3250" y="6198"/>
                      <a:pt x="3200" y="6198"/>
                    </a:cubicBezTo>
                    <a:cubicBezTo>
                      <a:pt x="3124" y="6198"/>
                      <a:pt x="3050" y="6146"/>
                      <a:pt x="3033" y="6054"/>
                    </a:cubicBezTo>
                    <a:lnTo>
                      <a:pt x="2703" y="3967"/>
                    </a:lnTo>
                    <a:cubicBezTo>
                      <a:pt x="2691" y="3873"/>
                      <a:pt x="2617" y="3828"/>
                      <a:pt x="2542" y="3828"/>
                    </a:cubicBezTo>
                    <a:cubicBezTo>
                      <a:pt x="2461" y="3828"/>
                      <a:pt x="2378" y="3882"/>
                      <a:pt x="2373" y="3984"/>
                    </a:cubicBezTo>
                    <a:lnTo>
                      <a:pt x="2115" y="7821"/>
                    </a:lnTo>
                    <a:lnTo>
                      <a:pt x="0" y="10729"/>
                    </a:lnTo>
                    <a:lnTo>
                      <a:pt x="964" y="11434"/>
                    </a:lnTo>
                    <a:lnTo>
                      <a:pt x="3078" y="8516"/>
                    </a:lnTo>
                    <a:lnTo>
                      <a:pt x="6638" y="7080"/>
                    </a:lnTo>
                    <a:cubicBezTo>
                      <a:pt x="6816" y="7012"/>
                      <a:pt x="6751" y="6757"/>
                      <a:pt x="6575" y="6757"/>
                    </a:cubicBezTo>
                    <a:cubicBezTo>
                      <a:pt x="6566" y="6757"/>
                      <a:pt x="6557" y="6758"/>
                      <a:pt x="6548" y="6759"/>
                    </a:cubicBezTo>
                    <a:lnTo>
                      <a:pt x="4461" y="7089"/>
                    </a:lnTo>
                    <a:cubicBezTo>
                      <a:pt x="4451" y="7091"/>
                      <a:pt x="4441" y="7092"/>
                      <a:pt x="4431" y="7092"/>
                    </a:cubicBezTo>
                    <a:cubicBezTo>
                      <a:pt x="4304" y="7092"/>
                      <a:pt x="4217" y="6937"/>
                      <a:pt x="4300" y="6821"/>
                    </a:cubicBezTo>
                    <a:lnTo>
                      <a:pt x="5853" y="4689"/>
                    </a:lnTo>
                    <a:lnTo>
                      <a:pt x="9412" y="3253"/>
                    </a:lnTo>
                    <a:cubicBezTo>
                      <a:pt x="9591" y="3185"/>
                      <a:pt x="9534" y="2930"/>
                      <a:pt x="9350" y="2930"/>
                    </a:cubicBezTo>
                    <a:cubicBezTo>
                      <a:pt x="9341" y="2930"/>
                      <a:pt x="9332" y="2931"/>
                      <a:pt x="9323" y="2932"/>
                    </a:cubicBezTo>
                    <a:lnTo>
                      <a:pt x="7173" y="3271"/>
                    </a:lnTo>
                    <a:cubicBezTo>
                      <a:pt x="7162" y="3273"/>
                      <a:pt x="7151" y="3274"/>
                      <a:pt x="7140" y="3274"/>
                    </a:cubicBezTo>
                    <a:cubicBezTo>
                      <a:pt x="7022" y="3274"/>
                      <a:pt x="6937" y="3144"/>
                      <a:pt x="6994" y="3030"/>
                    </a:cubicBezTo>
                    <a:lnTo>
                      <a:pt x="8261" y="648"/>
                    </a:lnTo>
                    <a:cubicBezTo>
                      <a:pt x="8326" y="518"/>
                      <a:pt x="8225" y="397"/>
                      <a:pt x="8110" y="397"/>
                    </a:cubicBezTo>
                    <a:cubicBezTo>
                      <a:pt x="8067" y="397"/>
                      <a:pt x="8023" y="413"/>
                      <a:pt x="7985" y="452"/>
                    </a:cubicBezTo>
                    <a:lnTo>
                      <a:pt x="6111" y="2388"/>
                    </a:lnTo>
                    <a:cubicBezTo>
                      <a:pt x="6077" y="2422"/>
                      <a:pt x="6033" y="2438"/>
                      <a:pt x="5991" y="2438"/>
                    </a:cubicBezTo>
                    <a:cubicBezTo>
                      <a:pt x="5912" y="2438"/>
                      <a:pt x="5837" y="2385"/>
                      <a:pt x="5826" y="2298"/>
                    </a:cubicBezTo>
                    <a:lnTo>
                      <a:pt x="5478" y="140"/>
                    </a:lnTo>
                    <a:cubicBezTo>
                      <a:pt x="5465" y="46"/>
                      <a:pt x="5391" y="1"/>
                      <a:pt x="53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4" name="Google Shape;644;p34"/>
              <p:cNvSpPr/>
              <p:nvPr/>
            </p:nvSpPr>
            <p:spPr>
              <a:xfrm>
                <a:off x="3516275" y="2111950"/>
                <a:ext cx="161275" cy="110750"/>
              </a:xfrm>
              <a:custGeom>
                <a:avLst/>
                <a:gdLst/>
                <a:ahLst/>
                <a:cxnLst/>
                <a:rect l="l" t="t" r="r" b="b"/>
                <a:pathLst>
                  <a:path w="6451" h="4430" extrusionOk="0">
                    <a:moveTo>
                      <a:pt x="3053" y="0"/>
                    </a:moveTo>
                    <a:cubicBezTo>
                      <a:pt x="2811" y="0"/>
                      <a:pt x="2566" y="20"/>
                      <a:pt x="2320" y="61"/>
                    </a:cubicBezTo>
                    <a:cubicBezTo>
                      <a:pt x="714" y="329"/>
                      <a:pt x="545" y="1248"/>
                      <a:pt x="1" y="2666"/>
                    </a:cubicBezTo>
                    <a:cubicBezTo>
                      <a:pt x="847" y="3683"/>
                      <a:pt x="1308" y="4430"/>
                      <a:pt x="2472" y="4430"/>
                    </a:cubicBezTo>
                    <a:cubicBezTo>
                      <a:pt x="2646" y="4430"/>
                      <a:pt x="2835" y="4413"/>
                      <a:pt x="3043" y="4379"/>
                    </a:cubicBezTo>
                    <a:cubicBezTo>
                      <a:pt x="4648" y="4111"/>
                      <a:pt x="5906" y="3005"/>
                      <a:pt x="6450" y="1586"/>
                    </a:cubicBezTo>
                    <a:cubicBezTo>
                      <a:pt x="5627" y="605"/>
                      <a:pt x="4388" y="0"/>
                      <a:pt x="3053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5" name="Google Shape;645;p34"/>
              <p:cNvSpPr/>
              <p:nvPr/>
            </p:nvSpPr>
            <p:spPr>
              <a:xfrm>
                <a:off x="3487725" y="2132650"/>
                <a:ext cx="145875" cy="67100"/>
              </a:xfrm>
              <a:custGeom>
                <a:avLst/>
                <a:gdLst/>
                <a:ahLst/>
                <a:cxnLst/>
                <a:rect l="l" t="t" r="r" b="b"/>
                <a:pathLst>
                  <a:path w="5835" h="2684" extrusionOk="0">
                    <a:moveTo>
                      <a:pt x="4967" y="1"/>
                    </a:moveTo>
                    <a:cubicBezTo>
                      <a:pt x="4950" y="1"/>
                      <a:pt x="4932" y="6"/>
                      <a:pt x="4916" y="18"/>
                    </a:cubicBezTo>
                    <a:lnTo>
                      <a:pt x="3649" y="1151"/>
                    </a:lnTo>
                    <a:lnTo>
                      <a:pt x="2490" y="1347"/>
                    </a:lnTo>
                    <a:cubicBezTo>
                      <a:pt x="2486" y="1348"/>
                      <a:pt x="2482" y="1348"/>
                      <a:pt x="2479" y="1348"/>
                    </a:cubicBezTo>
                    <a:cubicBezTo>
                      <a:pt x="2422" y="1348"/>
                      <a:pt x="2385" y="1282"/>
                      <a:pt x="2418" y="1231"/>
                    </a:cubicBezTo>
                    <a:lnTo>
                      <a:pt x="2962" y="464"/>
                    </a:lnTo>
                    <a:cubicBezTo>
                      <a:pt x="3003" y="410"/>
                      <a:pt x="2956" y="345"/>
                      <a:pt x="2903" y="345"/>
                    </a:cubicBezTo>
                    <a:cubicBezTo>
                      <a:pt x="2887" y="345"/>
                      <a:pt x="2870" y="351"/>
                      <a:pt x="2855" y="366"/>
                    </a:cubicBezTo>
                    <a:lnTo>
                      <a:pt x="1580" y="1499"/>
                    </a:lnTo>
                    <a:lnTo>
                      <a:pt x="1" y="1758"/>
                    </a:lnTo>
                    <a:lnTo>
                      <a:pt x="90" y="2284"/>
                    </a:lnTo>
                    <a:lnTo>
                      <a:pt x="1669" y="2016"/>
                    </a:lnTo>
                    <a:lnTo>
                      <a:pt x="3239" y="2677"/>
                    </a:lnTo>
                    <a:cubicBezTo>
                      <a:pt x="3249" y="2681"/>
                      <a:pt x="3259" y="2683"/>
                      <a:pt x="3269" y="2683"/>
                    </a:cubicBezTo>
                    <a:cubicBezTo>
                      <a:pt x="3333" y="2683"/>
                      <a:pt x="3372" y="2589"/>
                      <a:pt x="3310" y="2543"/>
                    </a:cubicBezTo>
                    <a:lnTo>
                      <a:pt x="2543" y="1999"/>
                    </a:lnTo>
                    <a:cubicBezTo>
                      <a:pt x="2490" y="1963"/>
                      <a:pt x="2516" y="1874"/>
                      <a:pt x="2579" y="1865"/>
                    </a:cubicBezTo>
                    <a:lnTo>
                      <a:pt x="3730" y="1668"/>
                    </a:lnTo>
                    <a:lnTo>
                      <a:pt x="5309" y="2329"/>
                    </a:lnTo>
                    <a:cubicBezTo>
                      <a:pt x="5319" y="2333"/>
                      <a:pt x="5329" y="2335"/>
                      <a:pt x="5339" y="2335"/>
                    </a:cubicBezTo>
                    <a:cubicBezTo>
                      <a:pt x="5403" y="2335"/>
                      <a:pt x="5442" y="2241"/>
                      <a:pt x="5380" y="2195"/>
                    </a:cubicBezTo>
                    <a:lnTo>
                      <a:pt x="4595" y="1633"/>
                    </a:lnTo>
                    <a:cubicBezTo>
                      <a:pt x="4541" y="1597"/>
                      <a:pt x="4550" y="1526"/>
                      <a:pt x="4613" y="1508"/>
                    </a:cubicBezTo>
                    <a:lnTo>
                      <a:pt x="5755" y="1142"/>
                    </a:lnTo>
                    <a:cubicBezTo>
                      <a:pt x="5835" y="1115"/>
                      <a:pt x="5817" y="999"/>
                      <a:pt x="5728" y="999"/>
                    </a:cubicBezTo>
                    <a:lnTo>
                      <a:pt x="4533" y="1026"/>
                    </a:lnTo>
                    <a:cubicBezTo>
                      <a:pt x="4470" y="1026"/>
                      <a:pt x="4434" y="955"/>
                      <a:pt x="4470" y="910"/>
                    </a:cubicBezTo>
                    <a:lnTo>
                      <a:pt x="5032" y="116"/>
                    </a:lnTo>
                    <a:cubicBezTo>
                      <a:pt x="5073" y="61"/>
                      <a:pt x="5024" y="1"/>
                      <a:pt x="496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bin"/>
              <a:buChar char="●"/>
              <a:defRPr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L="914400" lvl="1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bin"/>
              <a:buChar char="○"/>
              <a:defRPr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L="1371600" lvl="2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bin"/>
              <a:buChar char="■"/>
              <a:defRPr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L="1828800" lvl="3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bin"/>
              <a:buChar char="●"/>
              <a:defRPr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L="2286000" lvl="4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bin"/>
              <a:buChar char="○"/>
              <a:defRPr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L="2743200" lvl="5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bin"/>
              <a:buChar char="■"/>
              <a:defRPr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L="3200400" lvl="6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bin"/>
              <a:buChar char="●"/>
              <a:defRPr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L="3657600" lvl="7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bin"/>
              <a:buChar char="○"/>
              <a:defRPr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L="4114800" lvl="8" indent="-3175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Cabin"/>
              <a:buChar char="■"/>
              <a:defRPr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4" r:id="rId4"/>
    <p:sldLayoutId id="2147483655" r:id="rId5"/>
    <p:sldLayoutId id="2147483658" r:id="rId6"/>
    <p:sldLayoutId id="2147483679" r:id="rId7"/>
    <p:sldLayoutId id="2147483680" r:id="rId8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7" name="Google Shape;657;p38"/>
          <p:cNvSpPr txBox="1">
            <a:spLocks noGrp="1"/>
          </p:cNvSpPr>
          <p:nvPr>
            <p:ph type="ctrTitle"/>
          </p:nvPr>
        </p:nvSpPr>
        <p:spPr>
          <a:xfrm>
            <a:off x="286737" y="1182142"/>
            <a:ext cx="5185705" cy="853446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algn="just">
              <a:lnSpc>
                <a:spcPct val="150000"/>
              </a:lnSpc>
              <a:spcAft>
                <a:spcPts val="800"/>
              </a:spcAft>
            </a:pPr>
            <a:r>
              <a:rPr lang="en-IN" sz="1600" b="1" dirty="0">
                <a:solidFill>
                  <a:schemeClr val="accent1"/>
                </a:solidFill>
                <a:effectLst/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“2</a:t>
            </a:r>
            <a:r>
              <a:rPr lang="en-IN" sz="1600" b="1" baseline="30000" dirty="0">
                <a:solidFill>
                  <a:schemeClr val="accent1"/>
                </a:solidFill>
                <a:effectLst/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nd</a:t>
            </a:r>
            <a:r>
              <a:rPr lang="en-IN" sz="1600" b="1" dirty="0">
                <a:solidFill>
                  <a:schemeClr val="accent1"/>
                </a:solidFill>
                <a:effectLst/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 International Conference on </a:t>
            </a:r>
            <a:r>
              <a:rPr lang="en-IN" sz="1600" b="1" i="0" u="none" strike="noStrike" baseline="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Sustainable Agriculture Practices</a:t>
            </a:r>
            <a:r>
              <a:rPr lang="en-IN" sz="1600" b="1" i="0" u="none" strike="noStrike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and Climate Change Impacts </a:t>
            </a:r>
            <a:r>
              <a:rPr lang="en-IN" sz="1600" b="1" dirty="0">
                <a:solidFill>
                  <a:schemeClr val="accent1"/>
                </a:solidFill>
                <a:effectLst/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(ICSAPCI-2026)”</a:t>
            </a:r>
            <a:endParaRPr lang="en-IN" sz="1600" dirty="0">
              <a:solidFill>
                <a:schemeClr val="accent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659" name="Google Shape;659;p38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l="22460" r="22460"/>
          <a:stretch/>
        </p:blipFill>
        <p:spPr>
          <a:xfrm>
            <a:off x="5816100" y="988525"/>
            <a:ext cx="2614677" cy="3166351"/>
          </a:xfrm>
          <a:prstGeom prst="rect">
            <a:avLst/>
          </a:prstGeom>
        </p:spPr>
      </p:pic>
      <p:sp>
        <p:nvSpPr>
          <p:cNvPr id="6" name="Google Shape;657;p38">
            <a:extLst>
              <a:ext uri="{FF2B5EF4-FFF2-40B4-BE49-F238E27FC236}">
                <a16:creationId xmlns:a16="http://schemas.microsoft.com/office/drawing/2014/main" id="{3F33A259-EFAB-F8DE-40E5-495C0A80ECB4}"/>
              </a:ext>
            </a:extLst>
          </p:cNvPr>
          <p:cNvSpPr txBox="1">
            <a:spLocks/>
          </p:cNvSpPr>
          <p:nvPr/>
        </p:nvSpPr>
        <p:spPr>
          <a:xfrm>
            <a:off x="286737" y="1824237"/>
            <a:ext cx="5738751" cy="10218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Sora"/>
              <a:buNone/>
              <a:defRPr sz="4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Sora"/>
              <a:buNone/>
              <a:defRPr sz="5200" b="1" i="0" u="none" strike="noStrike" cap="none">
                <a:solidFill>
                  <a:srgbClr val="191919"/>
                </a:solidFill>
                <a:latin typeface="Sora"/>
                <a:ea typeface="Sora"/>
                <a:cs typeface="Sora"/>
                <a:sym typeface="Sora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Sora"/>
              <a:buNone/>
              <a:defRPr sz="5200" b="1" i="0" u="none" strike="noStrike" cap="none">
                <a:solidFill>
                  <a:srgbClr val="191919"/>
                </a:solidFill>
                <a:latin typeface="Sora"/>
                <a:ea typeface="Sora"/>
                <a:cs typeface="Sora"/>
                <a:sym typeface="Sora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Sora"/>
              <a:buNone/>
              <a:defRPr sz="5200" b="1" i="0" u="none" strike="noStrike" cap="none">
                <a:solidFill>
                  <a:srgbClr val="191919"/>
                </a:solidFill>
                <a:latin typeface="Sora"/>
                <a:ea typeface="Sora"/>
                <a:cs typeface="Sora"/>
                <a:sym typeface="Sora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Sora"/>
              <a:buNone/>
              <a:defRPr sz="5200" b="1" i="0" u="none" strike="noStrike" cap="none">
                <a:solidFill>
                  <a:srgbClr val="191919"/>
                </a:solidFill>
                <a:latin typeface="Sora"/>
                <a:ea typeface="Sora"/>
                <a:cs typeface="Sora"/>
                <a:sym typeface="Sora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Sora"/>
              <a:buNone/>
              <a:defRPr sz="5200" b="1" i="0" u="none" strike="noStrike" cap="none">
                <a:solidFill>
                  <a:srgbClr val="191919"/>
                </a:solidFill>
                <a:latin typeface="Sora"/>
                <a:ea typeface="Sora"/>
                <a:cs typeface="Sora"/>
                <a:sym typeface="Sora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Sora"/>
              <a:buNone/>
              <a:defRPr sz="5200" b="1" i="0" u="none" strike="noStrike" cap="none">
                <a:solidFill>
                  <a:srgbClr val="191919"/>
                </a:solidFill>
                <a:latin typeface="Sora"/>
                <a:ea typeface="Sora"/>
                <a:cs typeface="Sora"/>
                <a:sym typeface="Sora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Sora"/>
              <a:buNone/>
              <a:defRPr sz="5200" b="1" i="0" u="none" strike="noStrike" cap="none">
                <a:solidFill>
                  <a:srgbClr val="191919"/>
                </a:solidFill>
                <a:latin typeface="Sora"/>
                <a:ea typeface="Sora"/>
                <a:cs typeface="Sora"/>
                <a:sym typeface="Sora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Sora"/>
              <a:buNone/>
              <a:defRPr sz="5200" b="1" i="0" u="none" strike="noStrike" cap="none">
                <a:solidFill>
                  <a:srgbClr val="191919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>
            <a:r>
              <a:rPr lang="en-IN" sz="1200" b="1" dirty="0">
                <a:solidFill>
                  <a:srgbClr val="CE6232"/>
                </a:solidFill>
                <a:effectLst/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Theme: “</a:t>
            </a:r>
            <a:r>
              <a:rPr lang="en-US" sz="1200" dirty="0">
                <a:solidFill>
                  <a:srgbClr val="CE623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Innovative Approaches to Mitigate Climate Change through Sustainable Agriculture</a:t>
            </a:r>
            <a:r>
              <a:rPr lang="en-IN" sz="1600" b="1" dirty="0">
                <a:solidFill>
                  <a:srgbClr val="CE6232"/>
                </a:solidFill>
                <a:effectLst/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”</a:t>
            </a:r>
            <a:endParaRPr lang="en-IN" sz="1600" dirty="0">
              <a:solidFill>
                <a:srgbClr val="CE6232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spcAft>
                <a:spcPts val="800"/>
              </a:spcAft>
            </a:pPr>
            <a:endParaRPr lang="en-IN" sz="1600" dirty="0">
              <a:solidFill>
                <a:schemeClr val="accent1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20D88FB-F11D-AA80-4585-E880B130E124}"/>
              </a:ext>
            </a:extLst>
          </p:cNvPr>
          <p:cNvSpPr txBox="1"/>
          <p:nvPr/>
        </p:nvSpPr>
        <p:spPr>
          <a:xfrm>
            <a:off x="0" y="2530473"/>
            <a:ext cx="586986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b="1" spc="234" dirty="0">
                <a:solidFill>
                  <a:srgbClr val="010ABF"/>
                </a:solidFill>
                <a:latin typeface="Times New Roman" panose="02020603050405020304" pitchFamily="18" charset="0"/>
                <a:ea typeface="Open Sans Bold"/>
                <a:cs typeface="Times New Roman" panose="02020603050405020304" pitchFamily="18" charset="0"/>
                <a:sym typeface="Open Sans Bold"/>
              </a:rPr>
              <a:t>Organized by: </a:t>
            </a:r>
            <a:r>
              <a:rPr lang="en-US" b="1" spc="234" dirty="0" err="1">
                <a:solidFill>
                  <a:srgbClr val="010ABF"/>
                </a:solidFill>
                <a:latin typeface="Times New Roman" panose="02020603050405020304" pitchFamily="18" charset="0"/>
                <a:ea typeface="Open Sans Bold"/>
                <a:cs typeface="Times New Roman" panose="02020603050405020304" pitchFamily="18" charset="0"/>
                <a:sym typeface="Open Sans Bold"/>
              </a:rPr>
              <a:t>Confworld</a:t>
            </a:r>
            <a:r>
              <a:rPr lang="en-US" b="1" spc="234" dirty="0">
                <a:solidFill>
                  <a:srgbClr val="010ABF"/>
                </a:solidFill>
                <a:latin typeface="Times New Roman" panose="02020603050405020304" pitchFamily="18" charset="0"/>
                <a:ea typeface="Open Sans Bold"/>
                <a:cs typeface="Times New Roman" panose="02020603050405020304" pitchFamily="18" charset="0"/>
                <a:sym typeface="Open Sans Bold"/>
              </a:rPr>
              <a:t> Educational Research and Development Association</a:t>
            </a:r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993D15C-2077-C476-6E60-B61DC0F030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21" y="30838"/>
            <a:ext cx="1137878" cy="98275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367DE61-5E57-2FD3-000C-FC78E22FC4B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5274" y="0"/>
            <a:ext cx="2698140" cy="80673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B59960-6DF8-4878-4402-919A5C47E3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761893" y="163550"/>
            <a:ext cx="5151864" cy="375849"/>
          </a:xfrm>
        </p:spPr>
        <p:txBody>
          <a:bodyPr/>
          <a:lstStyle/>
          <a:p>
            <a:pPr marL="139700" indent="0" algn="ctr">
              <a:buNone/>
            </a:pPr>
            <a:r>
              <a:rPr lang="en-IN" sz="2400" b="1" dirty="0">
                <a:solidFill>
                  <a:srgbClr val="00B050"/>
                </a:solidFill>
                <a:latin typeface="Sora" panose="020B0604020202020204" charset="0"/>
                <a:cs typeface="Sora" panose="020B0604020202020204" charset="0"/>
              </a:rPr>
              <a:t>Guidelines</a:t>
            </a:r>
            <a:r>
              <a:rPr lang="en-IN" sz="2000" b="1" dirty="0">
                <a:solidFill>
                  <a:srgbClr val="00B050"/>
                </a:solidFill>
              </a:rPr>
              <a:t>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4C580C7-A920-0B47-704A-528822399464}"/>
              </a:ext>
            </a:extLst>
          </p:cNvPr>
          <p:cNvSpPr txBox="1"/>
          <p:nvPr/>
        </p:nvSpPr>
        <p:spPr>
          <a:xfrm>
            <a:off x="2256264" y="1039659"/>
            <a:ext cx="4631472" cy="26120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below given slides are for your reference.</a:t>
            </a:r>
          </a:p>
          <a:p>
            <a:pPr marL="571500" indent="-5715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Follow this template for your presentation.</a:t>
            </a:r>
          </a:p>
          <a:p>
            <a:pPr marL="571500" indent="-5715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Make the slides based on your given time limit (7 -10 minutes).</a:t>
            </a:r>
          </a:p>
          <a:p>
            <a:pPr marL="571500" indent="-5715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make the slides more attractive do add more images and tables than the sentences.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3EE2D1E-80C5-6B62-5C90-6D4AE40054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18" y="4075013"/>
            <a:ext cx="1137878" cy="982755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F9BF9F39-7B97-6977-6CD6-F42B2D90213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5860" y="0"/>
            <a:ext cx="2698140" cy="80673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1" name="Google Shape;701;p41"/>
          <p:cNvGrpSpPr/>
          <p:nvPr/>
        </p:nvGrpSpPr>
        <p:grpSpPr>
          <a:xfrm flipH="1">
            <a:off x="69093" y="3973708"/>
            <a:ext cx="738986" cy="1169667"/>
            <a:chOff x="2715175" y="2312475"/>
            <a:chExt cx="435800" cy="689825"/>
          </a:xfrm>
        </p:grpSpPr>
        <p:sp>
          <p:nvSpPr>
            <p:cNvPr id="702" name="Google Shape;702;p41"/>
            <p:cNvSpPr/>
            <p:nvPr/>
          </p:nvSpPr>
          <p:spPr>
            <a:xfrm>
              <a:off x="2715175" y="2312475"/>
              <a:ext cx="301775" cy="297975"/>
            </a:xfrm>
            <a:custGeom>
              <a:avLst/>
              <a:gdLst/>
              <a:ahLst/>
              <a:cxnLst/>
              <a:rect l="l" t="t" r="r" b="b"/>
              <a:pathLst>
                <a:path w="12071" h="11919" extrusionOk="0">
                  <a:moveTo>
                    <a:pt x="116" y="0"/>
                  </a:moveTo>
                  <a:lnTo>
                    <a:pt x="116" y="0"/>
                  </a:lnTo>
                  <a:cubicBezTo>
                    <a:pt x="116" y="0"/>
                    <a:pt x="0" y="6477"/>
                    <a:pt x="2623" y="9849"/>
                  </a:cubicBezTo>
                  <a:cubicBezTo>
                    <a:pt x="3463" y="10932"/>
                    <a:pt x="5455" y="11918"/>
                    <a:pt x="7145" y="11918"/>
                  </a:cubicBezTo>
                  <a:cubicBezTo>
                    <a:pt x="8128" y="11918"/>
                    <a:pt x="9009" y="11584"/>
                    <a:pt x="9501" y="10741"/>
                  </a:cubicBezTo>
                  <a:cubicBezTo>
                    <a:pt x="11767" y="9813"/>
                    <a:pt x="12070" y="6102"/>
                    <a:pt x="10322" y="3854"/>
                  </a:cubicBezTo>
                  <a:cubicBezTo>
                    <a:pt x="7699" y="482"/>
                    <a:pt x="117" y="0"/>
                    <a:pt x="11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3" name="Google Shape;703;p41"/>
            <p:cNvSpPr/>
            <p:nvPr/>
          </p:nvSpPr>
          <p:spPr>
            <a:xfrm>
              <a:off x="2808625" y="2448950"/>
              <a:ext cx="217475" cy="427050"/>
            </a:xfrm>
            <a:custGeom>
              <a:avLst/>
              <a:gdLst/>
              <a:ahLst/>
              <a:cxnLst/>
              <a:rect l="l" t="t" r="r" b="b"/>
              <a:pathLst>
                <a:path w="8699" h="17082" extrusionOk="0">
                  <a:moveTo>
                    <a:pt x="0" y="1"/>
                  </a:moveTo>
                  <a:cubicBezTo>
                    <a:pt x="1" y="1"/>
                    <a:pt x="7788" y="2866"/>
                    <a:pt x="8083" y="17049"/>
                  </a:cubicBezTo>
                  <a:cubicBezTo>
                    <a:pt x="8083" y="17049"/>
                    <a:pt x="8164" y="17082"/>
                    <a:pt x="8261" y="17082"/>
                  </a:cubicBezTo>
                  <a:cubicBezTo>
                    <a:pt x="8395" y="17082"/>
                    <a:pt x="8558" y="17019"/>
                    <a:pt x="8573" y="16719"/>
                  </a:cubicBezTo>
                  <a:cubicBezTo>
                    <a:pt x="8698" y="13837"/>
                    <a:pt x="8252" y="2793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4" name="Google Shape;704;p41"/>
            <p:cNvSpPr/>
            <p:nvPr/>
          </p:nvSpPr>
          <p:spPr>
            <a:xfrm>
              <a:off x="2871050" y="2862450"/>
              <a:ext cx="279925" cy="139850"/>
            </a:xfrm>
            <a:custGeom>
              <a:avLst/>
              <a:gdLst/>
              <a:ahLst/>
              <a:cxnLst/>
              <a:rect l="l" t="t" r="r" b="b"/>
              <a:pathLst>
                <a:path w="11197" h="5594" extrusionOk="0">
                  <a:moveTo>
                    <a:pt x="5603" y="0"/>
                  </a:moveTo>
                  <a:cubicBezTo>
                    <a:pt x="2508" y="0"/>
                    <a:pt x="1" y="2507"/>
                    <a:pt x="1" y="5594"/>
                  </a:cubicBezTo>
                  <a:lnTo>
                    <a:pt x="11197" y="5594"/>
                  </a:lnTo>
                  <a:cubicBezTo>
                    <a:pt x="11197" y="2507"/>
                    <a:pt x="8690" y="0"/>
                    <a:pt x="560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" name="TextBox 23">
            <a:extLst>
              <a:ext uri="{FF2B5EF4-FFF2-40B4-BE49-F238E27FC236}">
                <a16:creationId xmlns:a16="http://schemas.microsoft.com/office/drawing/2014/main" id="{C5ED5F94-F420-78FF-3249-B3358178B23D}"/>
              </a:ext>
            </a:extLst>
          </p:cNvPr>
          <p:cNvSpPr txBox="1"/>
          <p:nvPr/>
        </p:nvSpPr>
        <p:spPr>
          <a:xfrm>
            <a:off x="1895600" y="968010"/>
            <a:ext cx="4958576" cy="76944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Title of your research paper</a:t>
            </a:r>
            <a:endParaRPr lang="en-US" sz="3200" dirty="0">
              <a:solidFill>
                <a:srgbClr val="000000"/>
              </a:solidFill>
              <a:latin typeface="Times New Roman" panose="02020603050405020304" pitchFamily="18" charset="0"/>
              <a:ea typeface="Poppins Ultra-Bold"/>
              <a:cs typeface="Times New Roman" panose="02020603050405020304" pitchFamily="18" charset="0"/>
              <a:sym typeface="Poppins Ultra-Bold"/>
            </a:endParaRPr>
          </a:p>
        </p:txBody>
      </p:sp>
      <p:sp>
        <p:nvSpPr>
          <p:cNvPr id="11" name="TextBox 24">
            <a:extLst>
              <a:ext uri="{FF2B5EF4-FFF2-40B4-BE49-F238E27FC236}">
                <a16:creationId xmlns:a16="http://schemas.microsoft.com/office/drawing/2014/main" id="{B69F655F-28C0-E7A1-0F27-E41C640AA7E9}"/>
              </a:ext>
            </a:extLst>
          </p:cNvPr>
          <p:cNvSpPr txBox="1"/>
          <p:nvPr/>
        </p:nvSpPr>
        <p:spPr>
          <a:xfrm>
            <a:off x="856976" y="2112145"/>
            <a:ext cx="7035824" cy="4472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894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Author and Coauthor’s name</a:t>
            </a:r>
            <a:endParaRPr lang="en-US" sz="2400" dirty="0">
              <a:solidFill>
                <a:srgbClr val="000000"/>
              </a:solidFill>
              <a:latin typeface="Times New Roman" panose="02020603050405020304" pitchFamily="18" charset="0"/>
              <a:ea typeface="Open Sans Bold"/>
              <a:cs typeface="Times New Roman" panose="02020603050405020304" pitchFamily="18" charset="0"/>
              <a:sym typeface="Open Sans Bold"/>
            </a:endParaRPr>
          </a:p>
        </p:txBody>
      </p:sp>
      <p:sp>
        <p:nvSpPr>
          <p:cNvPr id="12" name="TextBox 27">
            <a:extLst>
              <a:ext uri="{FF2B5EF4-FFF2-40B4-BE49-F238E27FC236}">
                <a16:creationId xmlns:a16="http://schemas.microsoft.com/office/drawing/2014/main" id="{39F14808-1D36-B435-8768-DEC788EFABB8}"/>
              </a:ext>
            </a:extLst>
          </p:cNvPr>
          <p:cNvSpPr txBox="1"/>
          <p:nvPr/>
        </p:nvSpPr>
        <p:spPr>
          <a:xfrm>
            <a:off x="2200400" y="2881586"/>
            <a:ext cx="4348975" cy="4472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894"/>
              </a:lnSpc>
            </a:pPr>
            <a:r>
              <a:rPr lang="en-US" sz="2000" dirty="0">
                <a:latin typeface="Times New Roman" panose="02020603050405020304" pitchFamily="18" charset="0"/>
                <a:ea typeface="Open Sans Bold"/>
                <a:cs typeface="Times New Roman" panose="02020603050405020304" pitchFamily="18" charset="0"/>
                <a:sym typeface="Open Sans Bold"/>
              </a:rPr>
              <a:t>Corresponding Author name/Guide</a:t>
            </a:r>
          </a:p>
        </p:txBody>
      </p:sp>
      <p:sp>
        <p:nvSpPr>
          <p:cNvPr id="13" name="TextBox 27">
            <a:extLst>
              <a:ext uri="{FF2B5EF4-FFF2-40B4-BE49-F238E27FC236}">
                <a16:creationId xmlns:a16="http://schemas.microsoft.com/office/drawing/2014/main" id="{5785CDE1-AC37-90C7-CA6D-2246E4C59F2F}"/>
              </a:ext>
            </a:extLst>
          </p:cNvPr>
          <p:cNvSpPr txBox="1"/>
          <p:nvPr/>
        </p:nvSpPr>
        <p:spPr>
          <a:xfrm>
            <a:off x="2200400" y="3703518"/>
            <a:ext cx="4348975" cy="4472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894"/>
              </a:lnSpc>
            </a:pPr>
            <a:r>
              <a:rPr lang="en-US" sz="2000" dirty="0">
                <a:latin typeface="Times New Roman" panose="02020603050405020304" pitchFamily="18" charset="0"/>
                <a:ea typeface="Open Sans Bold"/>
                <a:cs typeface="Times New Roman" panose="02020603050405020304" pitchFamily="18" charset="0"/>
                <a:sym typeface="Open Sans Bold"/>
              </a:rPr>
              <a:t>Affiliation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5209034-314E-2D2E-CF48-0CFBE4E733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38" y="61372"/>
            <a:ext cx="1137878" cy="982755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F20B6AA4-FA34-8263-3C10-6C806E42287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5860" y="0"/>
            <a:ext cx="2698140" cy="80673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3" name="Google Shape;713;p42"/>
          <p:cNvSpPr txBox="1">
            <a:spLocks noGrp="1"/>
          </p:cNvSpPr>
          <p:nvPr>
            <p:ph type="title"/>
          </p:nvPr>
        </p:nvSpPr>
        <p:spPr>
          <a:xfrm>
            <a:off x="1531434" y="163986"/>
            <a:ext cx="4980878" cy="683507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>
                <a:solidFill>
                  <a:srgbClr val="00B050"/>
                </a:solidFill>
              </a:rPr>
              <a:t>BACKGROUND OF RESEARCH</a:t>
            </a:r>
            <a:endParaRPr sz="2400" dirty="0">
              <a:solidFill>
                <a:srgbClr val="00B050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EE5E4B0-7C78-A37F-634D-E00E1272B7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18" y="4075013"/>
            <a:ext cx="1137878" cy="982755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99EFE74A-9BB7-74FA-FAAA-BFFA90FB26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5860" y="0"/>
            <a:ext cx="2698140" cy="80673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3" name="Google Shape;713;p42"/>
          <p:cNvSpPr txBox="1">
            <a:spLocks noGrp="1"/>
          </p:cNvSpPr>
          <p:nvPr>
            <p:ph type="title"/>
          </p:nvPr>
        </p:nvSpPr>
        <p:spPr>
          <a:xfrm>
            <a:off x="2728331" y="163986"/>
            <a:ext cx="2936488" cy="683507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>
                <a:solidFill>
                  <a:srgbClr val="00B050"/>
                </a:solidFill>
              </a:rPr>
              <a:t>METHODOLOGY</a:t>
            </a:r>
            <a:endParaRPr sz="2400" dirty="0">
              <a:solidFill>
                <a:srgbClr val="00B050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1D3687D-42AF-3C69-958C-1C72E6FC6A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18" y="4075013"/>
            <a:ext cx="1137878" cy="982755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C11A016E-78BA-524B-781F-C157F18E280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5860" y="0"/>
            <a:ext cx="2698140" cy="8067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35987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3" name="Google Shape;713;p42"/>
          <p:cNvSpPr txBox="1">
            <a:spLocks noGrp="1"/>
          </p:cNvSpPr>
          <p:nvPr>
            <p:ph type="title"/>
          </p:nvPr>
        </p:nvSpPr>
        <p:spPr>
          <a:xfrm>
            <a:off x="1873404" y="163986"/>
            <a:ext cx="4378712" cy="683507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>
                <a:solidFill>
                  <a:srgbClr val="00B050"/>
                </a:solidFill>
              </a:rPr>
              <a:t>RESULT AND DISCUSSION</a:t>
            </a:r>
            <a:endParaRPr sz="2400" dirty="0">
              <a:solidFill>
                <a:srgbClr val="00B050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7025ECD-593F-1D14-EE46-AB7D9765F0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18" y="4075013"/>
            <a:ext cx="1137878" cy="982755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A7F01DBA-0659-A200-9B8D-BC801CA2EC0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5860" y="0"/>
            <a:ext cx="2698140" cy="8067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8995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3" name="Google Shape;713;p42"/>
          <p:cNvSpPr txBox="1">
            <a:spLocks noGrp="1"/>
          </p:cNvSpPr>
          <p:nvPr>
            <p:ph type="title"/>
          </p:nvPr>
        </p:nvSpPr>
        <p:spPr>
          <a:xfrm>
            <a:off x="3025698" y="163986"/>
            <a:ext cx="2338471" cy="683507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>
                <a:solidFill>
                  <a:srgbClr val="00B050"/>
                </a:solidFill>
              </a:rPr>
              <a:t>REFERENCES </a:t>
            </a:r>
            <a:endParaRPr sz="2400" dirty="0">
              <a:solidFill>
                <a:srgbClr val="00B050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545C306-AB1D-875C-5478-42D1B920C7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18" y="4075013"/>
            <a:ext cx="1137878" cy="982755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E98C75AD-F5D0-0F68-9122-B1659FC11DC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5860" y="0"/>
            <a:ext cx="2698140" cy="8067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9955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3" name="Google Shape;713;p42"/>
          <p:cNvSpPr txBox="1">
            <a:spLocks noGrp="1"/>
          </p:cNvSpPr>
          <p:nvPr>
            <p:ph type="title"/>
          </p:nvPr>
        </p:nvSpPr>
        <p:spPr>
          <a:xfrm>
            <a:off x="2304585" y="253630"/>
            <a:ext cx="3984703" cy="683507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>
                <a:solidFill>
                  <a:srgbClr val="00B050"/>
                </a:solidFill>
              </a:rPr>
              <a:t>ACKNOWLEDGEMENT</a:t>
            </a:r>
            <a:endParaRPr sz="2400" dirty="0">
              <a:solidFill>
                <a:srgbClr val="00B050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8017F35-25A4-AF91-8F2F-B8D3CADA3B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18" y="4075013"/>
            <a:ext cx="1137878" cy="982755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8423837B-16C3-94D9-A94F-29094344378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5860" y="0"/>
            <a:ext cx="2698140" cy="8067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22387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3" name="Google Shape;713;p42"/>
          <p:cNvSpPr txBox="1">
            <a:spLocks noGrp="1"/>
          </p:cNvSpPr>
          <p:nvPr>
            <p:ph type="title"/>
          </p:nvPr>
        </p:nvSpPr>
        <p:spPr>
          <a:xfrm>
            <a:off x="2929053" y="253630"/>
            <a:ext cx="2713464" cy="683507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>
                <a:solidFill>
                  <a:srgbClr val="00B050"/>
                </a:solidFill>
              </a:rPr>
              <a:t>PUBLICATIONS</a:t>
            </a:r>
            <a:endParaRPr sz="2400" dirty="0">
              <a:solidFill>
                <a:srgbClr val="00B050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4B59B1E-ABB1-B30F-8A11-135FD04C54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18" y="4075013"/>
            <a:ext cx="1137878" cy="982755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60026435-34AE-0E5D-C9F4-93BFDACD3FE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5860" y="0"/>
            <a:ext cx="2698140" cy="8067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78691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98" name="Google Shape;898;p49"/>
          <p:cNvCxnSpPr/>
          <p:nvPr/>
        </p:nvCxnSpPr>
        <p:spPr>
          <a:xfrm>
            <a:off x="-89125" y="3825600"/>
            <a:ext cx="95115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99" name="Google Shape;899;p49"/>
          <p:cNvSpPr txBox="1">
            <a:spLocks noGrp="1"/>
          </p:cNvSpPr>
          <p:nvPr>
            <p:ph type="title"/>
          </p:nvPr>
        </p:nvSpPr>
        <p:spPr>
          <a:xfrm>
            <a:off x="713225" y="1533075"/>
            <a:ext cx="4473000" cy="20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00B050"/>
                </a:solidFill>
              </a:rPr>
              <a:t>Thank you!</a:t>
            </a:r>
            <a:endParaRPr dirty="0">
              <a:solidFill>
                <a:srgbClr val="00B050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C064FD2-C6B9-163D-6E0A-F1C8F7E9D2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95841" y="2813079"/>
            <a:ext cx="2619375" cy="174307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630991A-378A-887B-0A38-BB32976A0C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4735" y="149784"/>
            <a:ext cx="1137878" cy="982755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929B0C75-8206-876B-8E82-ACBEBF09F65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45860" y="0"/>
            <a:ext cx="2698140" cy="80673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oil Management and Conservation by Slidesgo">
  <a:themeElements>
    <a:clrScheme name="Simple Light">
      <a:dk1>
        <a:srgbClr val="000000"/>
      </a:dk1>
      <a:lt1>
        <a:srgbClr val="F8F8F8"/>
      </a:lt1>
      <a:dk2>
        <a:srgbClr val="C2DDC8"/>
      </a:dk2>
      <a:lt2>
        <a:srgbClr val="7BBB91"/>
      </a:lt2>
      <a:accent1>
        <a:srgbClr val="22816F"/>
      </a:accent1>
      <a:accent2>
        <a:srgbClr val="693307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48</TotalTime>
  <Words>114</Words>
  <Application>Microsoft Office PowerPoint</Application>
  <PresentationFormat>On-screen Show (16:9)</PresentationFormat>
  <Paragraphs>19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Times New Roman</vt:lpstr>
      <vt:lpstr>Sora</vt:lpstr>
      <vt:lpstr>Nunito Light</vt:lpstr>
      <vt:lpstr>Arial</vt:lpstr>
      <vt:lpstr>Cabin</vt:lpstr>
      <vt:lpstr>Soil Management and Conservation by Slidesgo</vt:lpstr>
      <vt:lpstr>“2nd International Conference on Sustainable Agriculture Practices and Climate Change Impacts (ICSAPCI-2026)”</vt:lpstr>
      <vt:lpstr>PowerPoint Presentation</vt:lpstr>
      <vt:lpstr>PowerPoint Presentation</vt:lpstr>
      <vt:lpstr>BACKGROUND OF RESEARCH</vt:lpstr>
      <vt:lpstr>METHODOLOGY</vt:lpstr>
      <vt:lpstr>RESULT AND DISCUSSION</vt:lpstr>
      <vt:lpstr>REFERENCES </vt:lpstr>
      <vt:lpstr>ACKNOWLEDGEMENT</vt:lpstr>
      <vt:lpstr>PUBLICATIONS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“International Conference on Sustainable Agriculture Practices and Climate Change Impacts (ICSAPCI-2025)”</dc:title>
  <cp:lastModifiedBy>Confworld Educational</cp:lastModifiedBy>
  <cp:revision>16</cp:revision>
  <dcterms:modified xsi:type="dcterms:W3CDTF">2025-08-22T06:19:19Z</dcterms:modified>
</cp:coreProperties>
</file>